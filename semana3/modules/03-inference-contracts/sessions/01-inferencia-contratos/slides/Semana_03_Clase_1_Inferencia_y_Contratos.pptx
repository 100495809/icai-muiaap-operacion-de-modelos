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4733f67f3624a12" /><Relationship Type="http://schemas.openxmlformats.org/officeDocument/2006/relationships/extended-properties" Target="/docProps/app.xml" Id="R741b2b234f504735" /><Relationship Type="http://schemas.openxmlformats.org/officeDocument/2006/relationships/officeDocument" Target="/ppt/presentation.xml" Id="R3cadf0975c3c4b5b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32578c087e3f4c58"/>
    <p:sldMasterId xmlns:r="http://schemas.openxmlformats.org/officeDocument/2006/relationships" id="2147483656" r:id="R452be355637e4784"/>
  </p:sldMasterIdLst>
  <p:notesMasterIdLst>
    <p:notesMasterId xmlns:r="http://schemas.openxmlformats.org/officeDocument/2006/relationships" r:id="Re4bca988d5964832"/>
  </p:notesMasterIdLst>
  <p:sldIdLst>
    <p:sldId xmlns:r="http://schemas.openxmlformats.org/officeDocument/2006/relationships" id="256" r:id="R401d71193cac4914"/>
    <p:sldId xmlns:r="http://schemas.openxmlformats.org/officeDocument/2006/relationships" id="257" r:id="Rc1a095e349fb473d"/>
    <p:sldId xmlns:r="http://schemas.openxmlformats.org/officeDocument/2006/relationships" id="258" r:id="R2e515e21145249ba"/>
    <p:sldId xmlns:r="http://schemas.openxmlformats.org/officeDocument/2006/relationships" id="259" r:id="Redac5b7dd178416f"/>
    <p:sldId xmlns:r="http://schemas.openxmlformats.org/officeDocument/2006/relationships" id="260" r:id="Rae59290e070940d3"/>
    <p:sldId xmlns:r="http://schemas.openxmlformats.org/officeDocument/2006/relationships" id="261" r:id="R194d3addb9c746c3"/>
    <p:sldId xmlns:r="http://schemas.openxmlformats.org/officeDocument/2006/relationships" id="262" r:id="R6031aa2c083c44d1"/>
    <p:sldId xmlns:r="http://schemas.openxmlformats.org/officeDocument/2006/relationships" id="263" r:id="Rcccf4e48ae154017"/>
    <p:sldId xmlns:r="http://schemas.openxmlformats.org/officeDocument/2006/relationships" id="264" r:id="R8e35c217ac2f4d95"/>
    <p:sldId xmlns:r="http://schemas.openxmlformats.org/officeDocument/2006/relationships" id="265" r:id="Rf6b3d551f45d49d5"/>
    <p:sldId xmlns:r="http://schemas.openxmlformats.org/officeDocument/2006/relationships" id="266" r:id="R04ce0a738b214dc2"/>
  </p:sldIdLst>
  <p:sldSz cx="12192000" cy="6858000"/>
  <p:notesSz cx="6858000" cy="9144000"/>
  <p:embeddedFontLst>
    <p:embeddedFont>
      <p:font typeface="Poppins"/>
      <p:regular xmlns:r="http://schemas.openxmlformats.org/officeDocument/2006/relationships" r:id="Rb5f98c2f65154487"/>
      <p:bold xmlns:r="http://schemas.openxmlformats.org/officeDocument/2006/relationships" r:id="R4518f66fdea245d3"/>
      <p:italic xmlns:r="http://schemas.openxmlformats.org/officeDocument/2006/relationships" r:id="R12ba849937c1423a"/>
      <p:boldItalic xmlns:r="http://schemas.openxmlformats.org/officeDocument/2006/relationships" r:id="R6621a983a1e34933"/>
    </p:embeddedFont>
    <p:embeddedFont>
      <p:font typeface="Montserrat"/>
      <p:regular xmlns:r="http://schemas.openxmlformats.org/officeDocument/2006/relationships" r:id="R30acb574b4084c0b"/>
      <p:bold xmlns:r="http://schemas.openxmlformats.org/officeDocument/2006/relationships" r:id="Rd52d83d718384496"/>
      <p:italic xmlns:r="http://schemas.openxmlformats.org/officeDocument/2006/relationships" r:id="R030596377cd94acc"/>
      <p:boldItalic xmlns:r="http://schemas.openxmlformats.org/officeDocument/2006/relationships" r:id="Rea81b470f38d469e"/>
    </p:embeddedFont>
    <p:embeddedFont>
      <p:font typeface="Poppins Medium"/>
      <p:regular xmlns:r="http://schemas.openxmlformats.org/officeDocument/2006/relationships" r:id="R01dc25ad8b6f4541"/>
      <p:bold xmlns:r="http://schemas.openxmlformats.org/officeDocument/2006/relationships" r:id="R65400fc986bb4574"/>
      <p:italic xmlns:r="http://schemas.openxmlformats.org/officeDocument/2006/relationships" r:id="R6d0b81ae9c9f40f8"/>
      <p:boldItalic xmlns:r="http://schemas.openxmlformats.org/officeDocument/2006/relationships" r:id="R8f5ce361315c4183"/>
    </p:embeddedFont>
    <p:embeddedFont>
      <p:font typeface="Poppins Thin"/>
      <p:regular xmlns:r="http://schemas.openxmlformats.org/officeDocument/2006/relationships" r:id="R813928f6ec814740"/>
      <p:bold xmlns:r="http://schemas.openxmlformats.org/officeDocument/2006/relationships" r:id="R6369d3e145f44660"/>
      <p:italic xmlns:r="http://schemas.openxmlformats.org/officeDocument/2006/relationships" r:id="Rd75b68af5cd547a4"/>
      <p:boldItalic xmlns:r="http://schemas.openxmlformats.org/officeDocument/2006/relationships" r:id="Rd351c909e9d447ad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9c5781dcf74473d" /><Relationship Type="http://schemas.openxmlformats.org/officeDocument/2006/relationships/slideMaster" Target="/ppt/slideMasters/slideMaster1.xml" Id="R32578c087e3f4c58" /><Relationship Type="http://schemas.openxmlformats.org/officeDocument/2006/relationships/slideMaster" Target="/ppt/slideMasters/slideMaster2.xml" Id="R452be355637e4784" /><Relationship Type="http://schemas.openxmlformats.org/officeDocument/2006/relationships/notesMaster" Target="/ppt/notesMasters/notesMaster1.xml" Id="Re4bca988d5964832" /><Relationship Type="http://schemas.openxmlformats.org/officeDocument/2006/relationships/presProps" Target="/ppt/presProps.xml" Id="R2b0f9cf70e9a4b5b" /><Relationship Type="http://schemas.openxmlformats.org/officeDocument/2006/relationships/tableStyles" Target="/ppt/tableStyles.xml" Id="Rea2fe4a65f7447fb" /><Relationship Type="http://schemas.openxmlformats.org/officeDocument/2006/relationships/font" Target="/ppt/fonts/font.dat" Id="Rb5f98c2f65154487" /><Relationship Type="http://schemas.openxmlformats.org/officeDocument/2006/relationships/font" Target="/ppt/fonts/font2.dat" Id="R4518f66fdea245d3" /><Relationship Type="http://schemas.openxmlformats.org/officeDocument/2006/relationships/font" Target="/ppt/fonts/font3.dat" Id="R12ba849937c1423a" /><Relationship Type="http://schemas.openxmlformats.org/officeDocument/2006/relationships/font" Target="/ppt/fonts/font4.dat" Id="R6621a983a1e34933" /><Relationship Type="http://schemas.openxmlformats.org/officeDocument/2006/relationships/font" Target="/ppt/fonts/font5.dat" Id="R30acb574b4084c0b" /><Relationship Type="http://schemas.openxmlformats.org/officeDocument/2006/relationships/font" Target="/ppt/fonts/font6.dat" Id="Rd52d83d718384496" /><Relationship Type="http://schemas.openxmlformats.org/officeDocument/2006/relationships/font" Target="/ppt/fonts/font7.dat" Id="R030596377cd94acc" /><Relationship Type="http://schemas.openxmlformats.org/officeDocument/2006/relationships/font" Target="/ppt/fonts/font8.dat" Id="Rea81b470f38d469e" /><Relationship Type="http://schemas.openxmlformats.org/officeDocument/2006/relationships/font" Target="/ppt/fonts/font9.dat" Id="R01dc25ad8b6f4541" /><Relationship Type="http://schemas.openxmlformats.org/officeDocument/2006/relationships/font" Target="/ppt/fonts/font10.dat" Id="R65400fc986bb4574" /><Relationship Type="http://schemas.openxmlformats.org/officeDocument/2006/relationships/font" Target="/ppt/fonts/font11.dat" Id="R6d0b81ae9c9f40f8" /><Relationship Type="http://schemas.openxmlformats.org/officeDocument/2006/relationships/font" Target="/ppt/fonts/font12.dat" Id="R8f5ce361315c4183" /><Relationship Type="http://schemas.openxmlformats.org/officeDocument/2006/relationships/font" Target="/ppt/fonts/font13.dat" Id="R813928f6ec814740" /><Relationship Type="http://schemas.openxmlformats.org/officeDocument/2006/relationships/font" Target="/ppt/fonts/font14.dat" Id="R6369d3e145f44660" /><Relationship Type="http://schemas.openxmlformats.org/officeDocument/2006/relationships/font" Target="/ppt/fonts/font15.dat" Id="Rd75b68af5cd547a4" /><Relationship Type="http://schemas.openxmlformats.org/officeDocument/2006/relationships/font" Target="/ppt/fonts/font16.dat" Id="Rd351c909e9d447ad" /><Relationship Type="http://schemas.openxmlformats.org/officeDocument/2006/relationships/slide" Target="/ppt/slides/slide1.xml" Id="R401d71193cac4914" /><Relationship Type="http://schemas.openxmlformats.org/officeDocument/2006/relationships/slide" Target="/ppt/slides/slide2.xml" Id="Rc1a095e349fb473d" /><Relationship Type="http://schemas.openxmlformats.org/officeDocument/2006/relationships/slide" Target="/ppt/slides/slide3.xml" Id="R2e515e21145249ba" /><Relationship Type="http://schemas.openxmlformats.org/officeDocument/2006/relationships/slide" Target="/ppt/slides/slide4.xml" Id="Redac5b7dd178416f" /><Relationship Type="http://schemas.openxmlformats.org/officeDocument/2006/relationships/slide" Target="/ppt/slides/slide5.xml" Id="Rae59290e070940d3" /><Relationship Type="http://schemas.openxmlformats.org/officeDocument/2006/relationships/slide" Target="/ppt/slides/slide6.xml" Id="R194d3addb9c746c3" /><Relationship Type="http://schemas.openxmlformats.org/officeDocument/2006/relationships/slide" Target="/ppt/slides/slide7.xml" Id="R6031aa2c083c44d1" /><Relationship Type="http://schemas.openxmlformats.org/officeDocument/2006/relationships/slide" Target="/ppt/slides/slide8.xml" Id="Rcccf4e48ae154017" /><Relationship Type="http://schemas.openxmlformats.org/officeDocument/2006/relationships/slide" Target="/ppt/slides/slide9.xml" Id="R8e35c217ac2f4d95" /><Relationship Type="http://schemas.openxmlformats.org/officeDocument/2006/relationships/slide" Target="/ppt/slides/slide10.xml" Id="Rf6b3d551f45d49d5" /><Relationship Type="http://schemas.openxmlformats.org/officeDocument/2006/relationships/slide" Target="/ppt/slides/slide11.xml" Id="R04ce0a738b214d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cd2d84c8472415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Tema_nueva_marca_16:9">
  <a:themeElements>
    <a:clrScheme name="Personalizado 1">
      <a:dk1>
        <a:srgbClr val="53565A"/>
      </a:dk1>
      <a:lt1>
        <a:srgbClr val="FFFFFF"/>
      </a:lt1>
      <a:dk2>
        <a:srgbClr val="53565A"/>
      </a:dk2>
      <a:lt2>
        <a:srgbClr val="FFFFFF"/>
      </a:lt2>
      <a:accent1>
        <a:srgbClr val="FFB8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onalizado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17e98fa4bc43bd" /><Relationship Type="http://schemas.openxmlformats.org/officeDocument/2006/relationships/notesMaster" Target="/ppt/notesMasters/notesMaster1.xml" Id="R13d68504b98747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43a5b474224508" /><Relationship Type="http://schemas.openxmlformats.org/officeDocument/2006/relationships/notesMaster" Target="/ppt/notesMasters/notesMaster1.xml" Id="Rb70df7ba5fb641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8433c742024575" /><Relationship Type="http://schemas.openxmlformats.org/officeDocument/2006/relationships/notesMaster" Target="/ppt/notesMasters/notesMaster1.xml" Id="R08077d2598054c0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43b420a9f374ec5" /><Relationship Type="http://schemas.openxmlformats.org/officeDocument/2006/relationships/notesMaster" Target="/ppt/notesMasters/notesMaster1.xml" Id="R6b4869ebd26f43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3089b926ef64437" /><Relationship Type="http://schemas.openxmlformats.org/officeDocument/2006/relationships/notesMaster" Target="/ppt/notesMasters/notesMaster1.xml" Id="R62b8c0b8da744f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7baf63402f41a6" /><Relationship Type="http://schemas.openxmlformats.org/officeDocument/2006/relationships/notesMaster" Target="/ppt/notesMasters/notesMaster1.xml" Id="R0180e6e98d314af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0a635809384a45" /><Relationship Type="http://schemas.openxmlformats.org/officeDocument/2006/relationships/notesMaster" Target="/ppt/notesMasters/notesMaster1.xml" Id="Ref842839d5cd493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204ddbb4b64c3a" /><Relationship Type="http://schemas.openxmlformats.org/officeDocument/2006/relationships/notesMaster" Target="/ppt/notesMasters/notesMaster1.xml" Id="R3379e501c37647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f7fe30e2f042fe" /><Relationship Type="http://schemas.openxmlformats.org/officeDocument/2006/relationships/notesMaster" Target="/ppt/notesMasters/notesMaster1.xml" Id="Ree8551ecf5324f5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0a2e2d49114537" /><Relationship Type="http://schemas.openxmlformats.org/officeDocument/2006/relationships/notesMaster" Target="/ppt/notesMasters/notesMaster1.xml" Id="Ra31cb932cf0342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83a66938487417b" /><Relationship Type="http://schemas.openxmlformats.org/officeDocument/2006/relationships/notesMaster" Target="/ppt/notesMasters/notesMaster1.xml" Id="R4ec240236d024c9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8 min. Abre la sesión con el objetivo: una inferencia fiable necesita una interfaz y una secuencia estables.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Plantilla MUIAAp Operación de Modelos (reference.pptx)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10 min. Presenta el objetivo de la semana: separar entrenamiento, modelo e inferencia para preparar un módulo reutilizable.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5 min. Abre el bloque de inferencia distinguiéndolo del entrenamiento: aquí no se ajustan parámetros, se aplica una ruta definida.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10 min. Lee el visual de izquierda a derecha: datos estructurados, preprocesado, modelo y predicción. El foco es la estabilidad de la ruta.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Imagen generada con OpenAI image generation para esta presentación; sin texto ni logotipos.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15 min. Relaciona cada pieza con una responsabilidad separada. Pregunta qué cambiaría si el orden de columnas fuese distinto.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20 min. Explica que el contrato es una frontera de colaboración: quien consume el modelo sabe qué enviar y qué esperar.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5 min. Introduce el preprocesado como parte del artefacto de inferencia, no como un paso improvisado en el consumidor.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20 min. Contrasta una transformación guardada con recrear transformaciones a mano. Conecta con el problema de reproducibilidad de semanas previas.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5 min. Explica la pregunta de la demo: ¿qué debe ocurrir antes, durante y después de llamar al modelo?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15 min. Ejecuta el ejemplo local del cuaderno. Pide al grupo que proponga una entrada incorrecta y anticipa la respuesta esperada.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clase_mlops_mlflow/notebooks/3.1-inferencia-experimento.ipynb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Tiempo recomendado: 7 min. Cierra con una comprobación oral: cada estudiante debe nombrar un riesgo que el contrato evita.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- docs/Asignaturas ICAI.xlsx, hoja "MUIAAP - Operacion de Modelos", fila S3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79009f07234270" /><Relationship Type="http://schemas.openxmlformats.org/officeDocument/2006/relationships/image" Target="/ppt/media/image2.jpeg" Id="R4f22d53e4b72468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f518ec73784e86" /><Relationship Type="http://schemas.openxmlformats.org/officeDocument/2006/relationships/image" Target="/ppt/media/image3.jpeg" Id="Rcf57940ab6e249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8e106a848d45c5" /><Relationship Type="http://schemas.openxmlformats.org/officeDocument/2006/relationships/image" Target="/ppt/media/image.jpeg" Id="R2aca4ff22a984e9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f3fd074a73439e" /><Relationship Type="http://schemas.openxmlformats.org/officeDocument/2006/relationships/image" Target="/ppt/media/image4.jpeg" Id="R6e3aac2d9f0d41d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9780d56aa54972" /><Relationship Type="http://schemas.openxmlformats.org/officeDocument/2006/relationships/image" Target="/ppt/media/image5.jpeg" Id="Ree1083677dac4c0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be81ce8cb6463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02333ee6354199" /><Relationship Type="http://schemas.openxmlformats.org/officeDocument/2006/relationships/image" Target="/ppt/media/image6.jpeg" Id="Rf6688e60bd00461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26fd529f7a4b6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fe1c7a3b2df4e7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fcc4bbd7964d4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d44593d4aa04af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13178b6df934786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23c40907a1944f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39ea9c5a242402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bb1c4aec994339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2228f08a3e94145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879e204aba74c4f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fb2880a86d24e62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d8669b48d2549f6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59668a3258f433f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e0f9f4ee1ad4e81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bff9f4bf1944dbb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1ef49ccffec4892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9be6e50ed1433a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b5adb7d39d84fcd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9fde0d4440747a7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a4df22426c54c15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e8d9d7badf643b2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b8a209423cb4d78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7f355a6261c472f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960351e37c473d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19e72d7e78948fa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c32c3b6de9e4b6d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37a60598e4e45c3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c4dbd700f8542ad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0abb62b3454ff0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0cb412ceb141d8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2e98628cd694218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63203bc35da4081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154dae7b1f84d55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f29f83c7e5e41cb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fe3f471b14746c8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8474149f34a4f59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b98e06cd18a4f15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bb6f7da46ce4e27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84e8e87a0d14146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6c75081465c43a7" /><Relationship Type="http://schemas.openxmlformats.org/officeDocument/2006/relationships/image" Target="/ppt/media/image.png" Id="Rd750b4dc93d14c8e" /></Relationships>
</file>

<file path=ppt/slideLayouts/slideLayout1.xml><?xml version="1.0" encoding="utf-8"?>
<p:sldLayout xmlns:p="http://schemas.openxmlformats.org/presentationml/2006/main" matchingName="1_Diapositiva de título">
  <p:cSld name="1_Diapositiva de título">
    <p:bg>
      <p:bgPr>
        <a:blipFill xmlns:a="http://schemas.openxmlformats.org/drawingml/2006/main">
          <a:blip xmlns:r="http://schemas.openxmlformats.org/officeDocument/2006/relationships" r:embed="R4f22d53e4b724685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4A1206C2-B142-47A8-BD15-4CF090889B2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876801" y="613187"/>
            <a:ext cx="6554992" cy="3571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B729"/>
              </a:buClr>
              <a:buSzPts val="4533"/>
              <a:buFont typeface="Poppins"/>
              <a:buNone/>
              <a:defRPr sz="4533" b="0" i="0" u="none" cap="none">
                <a:solidFill>
                  <a:srgbClr val="F6B729"/>
                </a:solidFill>
                <a:latin typeface="Poppins"/>
                <a:ea typeface="Poppins"/>
                <a:cs typeface="Poppins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E3C9325F-3978-4D1E-B5C2-537806F38A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876800" y="4839167"/>
            <a:ext cx="6554993" cy="1099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733"/>
              <a:buFont typeface="Noto Sans Symbols"/>
              <a:buChar char="▪"/>
              <a:defRPr sz="3733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2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2pPr>
            <a:lvl3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3pPr>
            <a:lvl4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4pPr>
            <a:lvl5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5pPr>
            <a:lvl6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6pPr>
            <a:lvl7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7pPr>
            <a:lvl8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8pPr>
            <a:lvl9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 matchingName="Diapositiva de título">
  <p:cSld name="Diapositiva de título">
    <p:bg>
      <p:bgPr>
        <a:blipFill xmlns:a="http://schemas.openxmlformats.org/drawingml/2006/main">
          <a:blip xmlns:r="http://schemas.openxmlformats.org/officeDocument/2006/relationships" r:embed="Rcf57940ab6e2495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7F4EFF0A-BDD2-4095-A168-414BA2C150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0988" y="2232212"/>
            <a:ext cx="11228769" cy="3647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Noto Sans Symbols"/>
              <a:buNone/>
              <a:defRPr sz="4000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228600" algn="l">
              <a:lnSpc>
                <a:spcPct val="90000"/>
              </a:lnSpc>
              <a:spcBef>
                <a:spcPts val="1333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  <a:defRPr sz="3200" b="0" i="0" u="sng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2pPr>
            <a:lvl3pPr marL="13716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Noto Sans Symbols"/>
              <a:buNone/>
              <a:defRPr sz="2667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3pPr>
            <a:lvl4pPr marL="18288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4pPr>
            <a:lvl5pPr marL="2286000" marR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33"/>
              <a:buFont typeface="Noto Sans Symbols"/>
              <a:buNone/>
              <a:defRPr sz="2133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9pPr>
          </a:lstStyle>
          <a:p xmlns:a="http://schemas.openxmlformats.org/drawingml/2006/main"/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C6ADF3CC-9F53-46C0-8342-28AECED581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12141" y="322730"/>
            <a:ext cx="8821271" cy="1506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B729"/>
              </a:buClr>
              <a:buSzPts val="4533"/>
              <a:buFont typeface="Poppins"/>
              <a:buNone/>
              <a:defRPr sz="4533" b="0" i="0" u="none" cap="none">
                <a:solidFill>
                  <a:srgbClr val="F6B729"/>
                </a:solidFill>
                <a:latin typeface="Poppins"/>
                <a:ea typeface="Poppins"/>
                <a:cs typeface="Poppins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matchingName="Encabezado de sección">
  <p:cSld name="Encabezado de sección">
    <p:bg>
      <p:bgPr>
        <a:blipFill xmlns:a="http://schemas.openxmlformats.org/drawingml/2006/main">
          <a:blip xmlns:r="http://schemas.openxmlformats.org/officeDocument/2006/relationships" r:embed="R2aca4ff22a984e9d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D02DE6A7-E91C-4A34-B353-D76D492FE3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047566" y="4839167"/>
            <a:ext cx="7384228" cy="10990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733"/>
              <a:buFont typeface="Noto Sans Symbols"/>
              <a:buChar char="▪"/>
              <a:defRPr sz="3733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2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2pPr>
            <a:lvl3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3pPr>
            <a:lvl4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4pPr>
            <a:lvl5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5pPr>
            <a:lvl6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6pPr>
            <a:lvl7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7pPr>
            <a:lvl8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8pPr>
            <a:lvl9pPr marR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9pPr>
          </a:lstStyle>
          <a:p xmlns:a="http://schemas.openxmlformats.org/drawingml/2006/main"/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22D7A83A-7448-418F-BB87-8FB25AB04B15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047565" y="613187"/>
            <a:ext cx="7384228" cy="3571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B729"/>
              </a:buClr>
              <a:buSzPts val="4533"/>
              <a:buFont typeface="Poppins"/>
              <a:buNone/>
              <a:defRPr sz="4533" b="0" i="0" u="none" cap="none">
                <a:solidFill>
                  <a:srgbClr val="F6B729"/>
                </a:solidFill>
                <a:latin typeface="Poppins"/>
                <a:ea typeface="Poppins"/>
                <a:cs typeface="Poppins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matchingName="Título y objetos">
  <p:cSld name="Título y objetos">
    <p:bg>
      <p:bgPr>
        <a:blipFill xmlns:a="http://schemas.openxmlformats.org/drawingml/2006/main">
          <a:blip xmlns:r="http://schemas.openxmlformats.org/officeDocument/2006/relationships" r:embed="R6e3aac2d9f0d41d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5">
            <a:extLst xmlns:a="http://schemas.openxmlformats.org/drawingml/2006/main">
              <a:ext uri="{FF2B5EF4-FFF2-40B4-BE49-F238E27FC236}">
                <a16:creationId xmlns:a16="http://schemas.microsoft.com/office/drawing/2014/main" id="{015D4556-8114-4DDF-992C-57461F9837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12141" y="322730"/>
            <a:ext cx="8821271" cy="1506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B729"/>
              </a:buClr>
              <a:buSzPts val="4533"/>
              <a:buFont typeface="Poppins"/>
              <a:buNone/>
              <a:defRPr sz="4533" b="0" i="0" u="none" cap="none">
                <a:solidFill>
                  <a:srgbClr val="F6B729"/>
                </a:solidFill>
                <a:latin typeface="Poppins"/>
                <a:ea typeface="Poppins"/>
                <a:cs typeface="Poppins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07759305-0354-4FBE-A585-03784CD1ED6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7542" y="2138081"/>
            <a:ext cx="11335870" cy="377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6564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733"/>
              <a:buFont typeface="Noto Sans Symbols"/>
              <a:buChar char="▪"/>
              <a:defRPr sz="3733" b="0" i="0" u="none" cap="none">
                <a:solidFill>
                  <a:schemeClr val="dk1"/>
                </a:solidFill>
                <a:latin typeface="Poppins"/>
                <a:ea typeface="Poppins"/>
                <a:cs typeface="Poppins"/>
              </a:defRPr>
            </a:lvl1pPr>
            <a:lvl2pPr marL="914400" marR="0" indent="-431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2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2pPr>
            <a:lvl3pPr marL="13716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3pPr>
            <a:lvl4pPr marL="1828800" marR="0" indent="-34715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4pPr>
            <a:lvl5pPr marL="2286000" marR="0" indent="-34715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matchingName="Dos objetos">
  <p:cSld name="Dos objetos">
    <p:bg>
      <p:bgPr>
        <a:blipFill xmlns:a="http://schemas.openxmlformats.org/drawingml/2006/main">
          <a:blip xmlns:r="http://schemas.openxmlformats.org/officeDocument/2006/relationships" r:embed="Ree1083677dac4c07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6">
            <a:extLst xmlns:a="http://schemas.openxmlformats.org/drawingml/2006/main">
              <a:ext uri="{FF2B5EF4-FFF2-40B4-BE49-F238E27FC236}">
                <a16:creationId xmlns:a16="http://schemas.microsoft.com/office/drawing/2014/main" id="{EAFDD7FF-7EFE-4F15-9092-FD3C1608E3C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12141" y="322730"/>
            <a:ext cx="8821271" cy="1506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33"/>
              <a:buFont typeface="Poppins"/>
              <a:buNone/>
              <a:defRPr sz="4533" b="0" i="0" u="none" cap="none">
                <a:solidFill>
                  <a:schemeClr val="lt1"/>
                </a:solidFill>
                <a:latin typeface="Poppins"/>
                <a:ea typeface="Poppins"/>
                <a:cs typeface="Poppins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24" name="Google Shape;24;p6">
            <a:extLst xmlns:a="http://schemas.openxmlformats.org/drawingml/2006/main">
              <a:ext uri="{FF2B5EF4-FFF2-40B4-BE49-F238E27FC236}">
                <a16:creationId xmlns:a16="http://schemas.microsoft.com/office/drawing/2014/main" id="{116B49B1-CFC5-4678-B2AD-52CB45C9DD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7542" y="2138081"/>
            <a:ext cx="11335870" cy="377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6564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733"/>
              <a:buFont typeface="Noto Sans Symbols"/>
              <a:buChar char="▪"/>
              <a:defRPr sz="3733" b="0" i="0" u="none" cap="none">
                <a:solidFill>
                  <a:schemeClr val="lt1"/>
                </a:solidFill>
                <a:latin typeface="Poppins"/>
                <a:ea typeface="Poppins"/>
                <a:cs typeface="Poppins"/>
              </a:defRPr>
            </a:lvl1pPr>
            <a:lvl2pPr marL="914400" marR="0" indent="-431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2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2pPr>
            <a:lvl3pPr marL="13716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3pPr>
            <a:lvl4pPr marL="1828800" marR="0" indent="-34715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4pPr>
            <a:lvl5pPr marL="2286000" marR="0" indent="-34715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matchingName="Solo el título">
  <p:cSld name="Solo el título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7">
            <a:extLst xmlns:a="http://schemas.openxmlformats.org/drawingml/2006/main">
              <a:ext uri="{FF2B5EF4-FFF2-40B4-BE49-F238E27FC236}">
                <a16:creationId xmlns:a16="http://schemas.microsoft.com/office/drawing/2014/main" id="{3ED4809F-ACFB-40DE-B422-B5BCA263EF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12141" y="322730"/>
            <a:ext cx="8821271" cy="1506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B729"/>
              </a:buClr>
              <a:buSzPts val="4533"/>
              <a:buFont typeface="Poppins"/>
              <a:buNone/>
              <a:defRPr sz="4533" b="0" i="0" u="none" cap="none">
                <a:solidFill>
                  <a:srgbClr val="F6B729"/>
                </a:solidFill>
                <a:latin typeface="Poppins"/>
                <a:ea typeface="Poppins"/>
                <a:cs typeface="Poppins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27" name="Google Shape;27;p7">
            <a:extLst xmlns:a="http://schemas.openxmlformats.org/drawingml/2006/main">
              <a:ext uri="{FF2B5EF4-FFF2-40B4-BE49-F238E27FC236}">
                <a16:creationId xmlns:a16="http://schemas.microsoft.com/office/drawing/2014/main" id="{BC5CC056-816B-4563-A56D-817DC83553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7542" y="2138081"/>
            <a:ext cx="11335870" cy="377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6564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733"/>
              <a:buFont typeface="Noto Sans Symbols"/>
              <a:buChar char="▪"/>
              <a:defRPr sz="3733" b="0" i="0" u="none" cap="none">
                <a:solidFill>
                  <a:schemeClr val="lt1"/>
                </a:solidFill>
                <a:latin typeface="Poppins"/>
                <a:ea typeface="Poppins"/>
                <a:cs typeface="Poppins"/>
              </a:defRPr>
            </a:lvl1pPr>
            <a:lvl2pPr marL="914400" marR="0" indent="-431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2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2pPr>
            <a:lvl3pPr marL="13716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3pPr>
            <a:lvl4pPr marL="1828800" marR="0" indent="-34715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4pPr>
            <a:lvl5pPr marL="2286000" marR="0" indent="-34715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matchingName="En blanco">
  <p:cSld name="En blanco">
    <p:bg>
      <p:bgPr>
        <a:blipFill xmlns:a="http://schemas.openxmlformats.org/drawingml/2006/main">
          <a:blip xmlns:r="http://schemas.openxmlformats.org/officeDocument/2006/relationships" r:embed="Rf6688e60bd004618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8">
            <a:extLst xmlns:a="http://schemas.openxmlformats.org/drawingml/2006/main">
              <a:ext uri="{FF2B5EF4-FFF2-40B4-BE49-F238E27FC236}">
                <a16:creationId xmlns:a16="http://schemas.microsoft.com/office/drawing/2014/main" id="{60685A87-75F8-47B5-9518-FC505C2E4B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012141" y="322730"/>
            <a:ext cx="8821271" cy="15060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533"/>
              <a:buFont typeface="Poppins"/>
              <a:buNone/>
              <a:defRPr sz="4533" b="0" i="0" u="none" cap="none">
                <a:solidFill>
                  <a:schemeClr val="lt1"/>
                </a:solidFill>
                <a:latin typeface="Poppins"/>
                <a:ea typeface="Poppins"/>
                <a:cs typeface="Poppins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30" name="Google Shape;30;p8">
            <a:extLst xmlns:a="http://schemas.openxmlformats.org/drawingml/2006/main">
              <a:ext uri="{FF2B5EF4-FFF2-40B4-BE49-F238E27FC236}">
                <a16:creationId xmlns:a16="http://schemas.microsoft.com/office/drawing/2014/main" id="{756F5C54-468F-41B7-9D54-803F928F127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97542" y="2138081"/>
            <a:ext cx="11335870" cy="377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marR="0" indent="-465646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3565A"/>
              </a:buClr>
              <a:buSzPts val="3733"/>
              <a:buFont typeface="Noto Sans Symbols"/>
              <a:buChar char="▪"/>
              <a:defRPr sz="3733" b="0" i="0" u="none" cap="none">
                <a:solidFill>
                  <a:srgbClr val="53565A"/>
                </a:solidFill>
                <a:latin typeface="Poppins"/>
                <a:ea typeface="Poppins"/>
                <a:cs typeface="Poppins"/>
              </a:defRPr>
            </a:lvl1pPr>
            <a:lvl2pPr marL="914400" marR="0" indent="-431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  <a:defRPr sz="32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2pPr>
            <a:lvl3pPr marL="13716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3pPr>
            <a:lvl4pPr marL="1828800" marR="0" indent="-34715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4pPr>
            <a:lvl5pPr marL="2286000" marR="0" indent="-34715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Noto Sans Symbols"/>
              <a:buChar char="▪"/>
              <a:defRPr sz="1867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cap="none">
                <a:solidFill>
                  <a:schemeClr val="dk1"/>
                </a:solidFill>
                <a:latin typeface="Poppins Medium"/>
                <a:ea typeface="Poppins Medium"/>
                <a:cs typeface="Poppins Medium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matchingName="Slide 1">
  <p:cSld name="Slide 1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matchingName="Slide 55">
  <p:cSld name="Slide 5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11">
            <a:extLst xmlns:a="http://schemas.openxmlformats.org/drawingml/2006/main">
              <a:ext uri="{FF2B5EF4-FFF2-40B4-BE49-F238E27FC236}">
                <a16:creationId xmlns:a16="http://schemas.microsoft.com/office/drawing/2014/main" id="{DBA6E784-B3C9-44BE-BFEB-B895E052BCD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671639" y="2537371"/>
            <a:ext cx="4163100" cy="314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0.xml><?xml version="1.0" encoding="utf-8"?>
<p:sldLayout xmlns:p="http://schemas.openxmlformats.org/presentationml/2006/main" matchingName="1_Custom Layout">
  <p:cSld name="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12">
            <a:extLst xmlns:a="http://schemas.openxmlformats.org/drawingml/2006/main">
              <a:ext uri="{FF2B5EF4-FFF2-40B4-BE49-F238E27FC236}">
                <a16:creationId xmlns:a16="http://schemas.microsoft.com/office/drawing/2014/main" id="{B263FF79-65E7-45CD-907B-88FC8910C02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549793" y="2190595"/>
            <a:ext cx="2891100" cy="18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7" name="Google Shape;37;p12">
            <a:extLst xmlns:a="http://schemas.openxmlformats.org/drawingml/2006/main">
              <a:ext uri="{FF2B5EF4-FFF2-40B4-BE49-F238E27FC236}">
                <a16:creationId xmlns:a16="http://schemas.microsoft.com/office/drawing/2014/main" id="{1F98CF82-4054-4076-9C68-082C705D96BA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4504033" y="2190595"/>
            <a:ext cx="3779100" cy="18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8" name="Google Shape;38;p12">
            <a:extLst xmlns:a="http://schemas.openxmlformats.org/drawingml/2006/main">
              <a:ext uri="{FF2B5EF4-FFF2-40B4-BE49-F238E27FC236}">
                <a16:creationId xmlns:a16="http://schemas.microsoft.com/office/drawing/2014/main" id="{C6C2A7B9-A5D2-468A-95F8-B98AC0D07420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6193629" y="4091896"/>
            <a:ext cx="4386600" cy="18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39" name="Google Shape;39;p12">
            <a:extLst xmlns:a="http://schemas.openxmlformats.org/drawingml/2006/main">
              <a:ext uri="{FF2B5EF4-FFF2-40B4-BE49-F238E27FC236}">
                <a16:creationId xmlns:a16="http://schemas.microsoft.com/office/drawing/2014/main" id="{DEC3EF26-C4FC-47C4-BFDE-093475E7F9C5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1549793" y="4091896"/>
            <a:ext cx="2262600" cy="18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0" name="Google Shape;40;p12">
            <a:extLst xmlns:a="http://schemas.openxmlformats.org/drawingml/2006/main">
              <a:ext uri="{FF2B5EF4-FFF2-40B4-BE49-F238E27FC236}">
                <a16:creationId xmlns:a16="http://schemas.microsoft.com/office/drawing/2014/main" id="{2666133C-A5FF-4237-A73F-83E7EF328144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3869532" y="4091894"/>
            <a:ext cx="2266800" cy="18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41" name="Google Shape;41;p12">
            <a:extLst xmlns:a="http://schemas.openxmlformats.org/drawingml/2006/main">
              <a:ext uri="{FF2B5EF4-FFF2-40B4-BE49-F238E27FC236}">
                <a16:creationId xmlns:a16="http://schemas.microsoft.com/office/drawing/2014/main" id="{7D622E97-971E-4868-BE6C-44F5FB348A92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8329812" y="2190595"/>
            <a:ext cx="2250600" cy="183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1.xml><?xml version="1.0" encoding="utf-8"?>
<p:sldLayout xmlns:p="http://schemas.openxmlformats.org/presentationml/2006/main" matchingName="16_Custom Layout">
  <p:cSld name="16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Google Shape;43;p13">
            <a:extLst xmlns:a="http://schemas.openxmlformats.org/drawingml/2006/main">
              <a:ext uri="{FF2B5EF4-FFF2-40B4-BE49-F238E27FC236}">
                <a16:creationId xmlns:a16="http://schemas.microsoft.com/office/drawing/2014/main" id="{8A0A71A2-5F22-4C24-A6B8-EAD05A3AEC51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2.xml><?xml version="1.0" encoding="utf-8"?>
<p:sldLayout xmlns:p="http://schemas.openxmlformats.org/presentationml/2006/main" matchingName="Slide 7">
  <p:cSld name="Slide 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4">
            <a:extLst xmlns:a="http://schemas.openxmlformats.org/drawingml/2006/main">
              <a:ext uri="{FF2B5EF4-FFF2-40B4-BE49-F238E27FC236}">
                <a16:creationId xmlns:a16="http://schemas.microsoft.com/office/drawing/2014/main" id="{CAC3100A-5CD8-4829-B486-E4602D24985D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318028" y="2263691"/>
            <a:ext cx="7354500" cy="19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3.xml><?xml version="1.0" encoding="utf-8"?>
<p:sldLayout xmlns:p="http://schemas.openxmlformats.org/presentationml/2006/main" matchingName="Slide 9">
  <p:cSld name="Slide 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Google Shape;47;p15">
            <a:extLst xmlns:a="http://schemas.openxmlformats.org/drawingml/2006/main">
              <a:ext uri="{FF2B5EF4-FFF2-40B4-BE49-F238E27FC236}">
                <a16:creationId xmlns:a16="http://schemas.microsoft.com/office/drawing/2014/main" id="{78A87E05-CFA8-48A0-87BB-3079A944243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203728" y="2528888"/>
            <a:ext cx="3339900" cy="43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4.xml><?xml version="1.0" encoding="utf-8"?>
<p:sldLayout xmlns:p="http://schemas.openxmlformats.org/presentationml/2006/main" matchingName="Slide 10">
  <p:cSld name="Slide 1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6">
            <a:extLst xmlns:a="http://schemas.openxmlformats.org/drawingml/2006/main">
              <a:ext uri="{FF2B5EF4-FFF2-40B4-BE49-F238E27FC236}">
                <a16:creationId xmlns:a16="http://schemas.microsoft.com/office/drawing/2014/main" id="{AA7AC0A9-452E-4FF1-8F7C-DDC4AD16BCA1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2663597"/>
            <a:ext cx="12192000" cy="243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5.xml><?xml version="1.0" encoding="utf-8"?>
<p:sldLayout xmlns:p="http://schemas.openxmlformats.org/presentationml/2006/main" matchingName="Slide 21">
  <p:cSld name="Slide 2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Google Shape;51;p17">
            <a:extLst xmlns:a="http://schemas.openxmlformats.org/drawingml/2006/main">
              <a:ext uri="{FF2B5EF4-FFF2-40B4-BE49-F238E27FC236}">
                <a16:creationId xmlns:a16="http://schemas.microsoft.com/office/drawing/2014/main" id="{5A09B885-55EF-4A69-BF8C-116C9930D41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485900" y="2395726"/>
            <a:ext cx="2843100" cy="28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2" name="Google Shape;52;p17">
            <a:extLst xmlns:a="http://schemas.openxmlformats.org/drawingml/2006/main">
              <a:ext uri="{FF2B5EF4-FFF2-40B4-BE49-F238E27FC236}">
                <a16:creationId xmlns:a16="http://schemas.microsoft.com/office/drawing/2014/main" id="{F160A37A-537E-4489-85DA-3285EB3525A4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4614861" y="2395725"/>
            <a:ext cx="2843100" cy="28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3" name="Google Shape;53;p17">
            <a:extLst xmlns:a="http://schemas.openxmlformats.org/drawingml/2006/main">
              <a:ext uri="{FF2B5EF4-FFF2-40B4-BE49-F238E27FC236}">
                <a16:creationId xmlns:a16="http://schemas.microsoft.com/office/drawing/2014/main" id="{4F14E589-59EF-4D68-8612-D2DFD7E4732E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7743822" y="2395724"/>
            <a:ext cx="2843100" cy="28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6.xml><?xml version="1.0" encoding="utf-8"?>
<p:sldLayout xmlns:p="http://schemas.openxmlformats.org/presentationml/2006/main" matchingName="Custom Layout">
  <p:cSld name="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18">
            <a:extLst xmlns:a="http://schemas.openxmlformats.org/drawingml/2006/main">
              <a:ext uri="{FF2B5EF4-FFF2-40B4-BE49-F238E27FC236}">
                <a16:creationId xmlns:a16="http://schemas.microsoft.com/office/drawing/2014/main" id="{A10B8736-509E-4B99-A2C8-DC62DD24944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122614" y="3318038"/>
            <a:ext cx="614400" cy="6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6" name="Google Shape;56;p18">
            <a:extLst xmlns:a="http://schemas.openxmlformats.org/drawingml/2006/main">
              <a:ext uri="{FF2B5EF4-FFF2-40B4-BE49-F238E27FC236}">
                <a16:creationId xmlns:a16="http://schemas.microsoft.com/office/drawing/2014/main" id="{AF2DDC8B-1B34-43BD-8FDE-2BCA3C0DCE61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3819075" y="2703673"/>
            <a:ext cx="614400" cy="6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7" name="Google Shape;57;p18">
            <a:extLst xmlns:a="http://schemas.openxmlformats.org/drawingml/2006/main">
              <a:ext uri="{FF2B5EF4-FFF2-40B4-BE49-F238E27FC236}">
                <a16:creationId xmlns:a16="http://schemas.microsoft.com/office/drawing/2014/main" id="{81340F06-2EA6-44A4-A22E-58991740E7E6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6535134" y="3298172"/>
            <a:ext cx="614400" cy="6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58" name="Google Shape;58;p18">
            <a:extLst xmlns:a="http://schemas.openxmlformats.org/drawingml/2006/main">
              <a:ext uri="{FF2B5EF4-FFF2-40B4-BE49-F238E27FC236}">
                <a16:creationId xmlns:a16="http://schemas.microsoft.com/office/drawing/2014/main" id="{AFFEE83E-8577-4E8C-ADD2-958C6366AAE9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9118190" y="2683806"/>
            <a:ext cx="614400" cy="6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7.xml><?xml version="1.0" encoding="utf-8"?>
<p:sldLayout xmlns:p="http://schemas.openxmlformats.org/presentationml/2006/main" matchingName="2_Custom Layout">
  <p:cSld name="2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Google Shape;60;p19">
            <a:extLst xmlns:a="http://schemas.openxmlformats.org/drawingml/2006/main">
              <a:ext uri="{FF2B5EF4-FFF2-40B4-BE49-F238E27FC236}">
                <a16:creationId xmlns:a16="http://schemas.microsoft.com/office/drawing/2014/main" id="{2616FC18-926D-4F54-BBF0-74827DC24953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3672114"/>
            <a:ext cx="24384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1" name="Google Shape;61;p19">
            <a:extLst xmlns:a="http://schemas.openxmlformats.org/drawingml/2006/main">
              <a:ext uri="{FF2B5EF4-FFF2-40B4-BE49-F238E27FC236}">
                <a16:creationId xmlns:a16="http://schemas.microsoft.com/office/drawing/2014/main" id="{E86A8993-A5FC-4C94-AE21-80E903192D18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2438400" y="3672114"/>
            <a:ext cx="24384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2" name="Google Shape;62;p19">
            <a:extLst xmlns:a="http://schemas.openxmlformats.org/drawingml/2006/main">
              <a:ext uri="{FF2B5EF4-FFF2-40B4-BE49-F238E27FC236}">
                <a16:creationId xmlns:a16="http://schemas.microsoft.com/office/drawing/2014/main" id="{46769474-1F8E-4049-AC6D-E4C7814BDE28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4876800" y="3672114"/>
            <a:ext cx="24384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3" name="Google Shape;63;p19">
            <a:extLst xmlns:a="http://schemas.openxmlformats.org/drawingml/2006/main">
              <a:ext uri="{FF2B5EF4-FFF2-40B4-BE49-F238E27FC236}">
                <a16:creationId xmlns:a16="http://schemas.microsoft.com/office/drawing/2014/main" id="{E4423FC0-0AEE-4FEC-AD86-84523997FFE9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7315200" y="3672114"/>
            <a:ext cx="24384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Google Shape;64;p19">
            <a:extLst xmlns:a="http://schemas.openxmlformats.org/drawingml/2006/main">
              <a:ext uri="{FF2B5EF4-FFF2-40B4-BE49-F238E27FC236}">
                <a16:creationId xmlns:a16="http://schemas.microsoft.com/office/drawing/2014/main" id="{1407FC87-A1A8-4CFD-948D-51407ED57F00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9753600" y="3672114"/>
            <a:ext cx="24384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8.xml><?xml version="1.0" encoding="utf-8"?>
<p:sldLayout xmlns:p="http://schemas.openxmlformats.org/presentationml/2006/main" matchingName="6_Custom Layout">
  <p:cSld name="6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20">
            <a:extLst xmlns:a="http://schemas.openxmlformats.org/drawingml/2006/main">
              <a:ext uri="{FF2B5EF4-FFF2-40B4-BE49-F238E27FC236}">
                <a16:creationId xmlns:a16="http://schemas.microsoft.com/office/drawing/2014/main" id="{C00D92B1-4E66-44AB-B4C3-7610293932B2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6095999" y="2243327"/>
            <a:ext cx="2425200" cy="35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7" name="Google Shape;67;p20">
            <a:extLst xmlns:a="http://schemas.openxmlformats.org/drawingml/2006/main">
              <a:ext uri="{FF2B5EF4-FFF2-40B4-BE49-F238E27FC236}">
                <a16:creationId xmlns:a16="http://schemas.microsoft.com/office/drawing/2014/main" id="{DE5758D3-7CF8-4805-ABEF-E06D856CA7A2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972347" y="2243327"/>
            <a:ext cx="2425200" cy="35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8" name="Google Shape;68;p20">
            <a:extLst xmlns:a="http://schemas.openxmlformats.org/drawingml/2006/main">
              <a:ext uri="{FF2B5EF4-FFF2-40B4-BE49-F238E27FC236}">
                <a16:creationId xmlns:a16="http://schemas.microsoft.com/office/drawing/2014/main" id="{51C4CAE3-C782-42DD-ACF5-0FD6169377B1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3534173" y="2243327"/>
            <a:ext cx="2425200" cy="35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9" name="Google Shape;69;p20">
            <a:extLst xmlns:a="http://schemas.openxmlformats.org/drawingml/2006/main">
              <a:ext uri="{FF2B5EF4-FFF2-40B4-BE49-F238E27FC236}">
                <a16:creationId xmlns:a16="http://schemas.microsoft.com/office/drawing/2014/main" id="{7B5AFBA8-6F52-4979-8801-0CE7DAF4E4E4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8657825" y="2243327"/>
            <a:ext cx="2425200" cy="35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19.xml><?xml version="1.0" encoding="utf-8"?>
<p:sldLayout xmlns:p="http://schemas.openxmlformats.org/presentationml/2006/main" matchingName="8_Custom Layout">
  <p:cSld name="8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1" name="Google Shape;71;p21">
            <a:extLst xmlns:a="http://schemas.openxmlformats.org/drawingml/2006/main">
              <a:ext uri="{FF2B5EF4-FFF2-40B4-BE49-F238E27FC236}">
                <a16:creationId xmlns:a16="http://schemas.microsoft.com/office/drawing/2014/main" id="{53126D87-B2A2-41A6-8C09-15D210B79B1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6082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0.xml><?xml version="1.0" encoding="utf-8"?>
<p:sldLayout xmlns:p="http://schemas.openxmlformats.org/presentationml/2006/main" matchingName="9_Custom Layout">
  <p:cSld name="9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Google Shape;73;p22">
            <a:extLst xmlns:a="http://schemas.openxmlformats.org/drawingml/2006/main">
              <a:ext uri="{FF2B5EF4-FFF2-40B4-BE49-F238E27FC236}">
                <a16:creationId xmlns:a16="http://schemas.microsoft.com/office/drawing/2014/main" id="{B3E98E35-AAAF-4C03-A491-47C53567A125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54182" y="595116"/>
            <a:ext cx="11083500" cy="566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1.xml><?xml version="1.0" encoding="utf-8"?>
<p:sldLayout xmlns:p="http://schemas.openxmlformats.org/presentationml/2006/main" matchingName="10_Custom Layout">
  <p:cSld name="10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23">
            <a:extLst xmlns:a="http://schemas.openxmlformats.org/drawingml/2006/main">
              <a:ext uri="{FF2B5EF4-FFF2-40B4-BE49-F238E27FC236}">
                <a16:creationId xmlns:a16="http://schemas.microsoft.com/office/drawing/2014/main" id="{C23140E7-C4B3-49A2-A898-3144F8EAEC12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3305694" y="2355619"/>
            <a:ext cx="2133600" cy="2133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6" name="Google Shape;76;p23">
            <a:extLst xmlns:a="http://schemas.openxmlformats.org/drawingml/2006/main">
              <a:ext uri="{FF2B5EF4-FFF2-40B4-BE49-F238E27FC236}">
                <a16:creationId xmlns:a16="http://schemas.microsoft.com/office/drawing/2014/main" id="{8A96C514-D508-4FD7-9C9D-251BB771ABFD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6963294" y="2355619"/>
            <a:ext cx="2133600" cy="21336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2.xml><?xml version="1.0" encoding="utf-8"?>
<p:sldLayout xmlns:p="http://schemas.openxmlformats.org/presentationml/2006/main" matchingName="12_Custom Layout">
  <p:cSld name="12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Google Shape;78;p24">
            <a:extLst xmlns:a="http://schemas.openxmlformats.org/drawingml/2006/main">
              <a:ext uri="{FF2B5EF4-FFF2-40B4-BE49-F238E27FC236}">
                <a16:creationId xmlns:a16="http://schemas.microsoft.com/office/drawing/2014/main" id="{23B127FC-F47C-4E2D-B103-E7A6983B390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60822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3.xml><?xml version="1.0" encoding="utf-8"?>
<p:sldLayout xmlns:p="http://schemas.openxmlformats.org/presentationml/2006/main" matchingName="31_Custom Layout">
  <p:cSld name="3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Google Shape;80;p25">
            <a:extLst xmlns:a="http://schemas.openxmlformats.org/drawingml/2006/main">
              <a:ext uri="{FF2B5EF4-FFF2-40B4-BE49-F238E27FC236}">
                <a16:creationId xmlns:a16="http://schemas.microsoft.com/office/drawing/2014/main" id="{2B74ECDB-09AF-4CD2-9932-929B0DB5EBB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4988858" y="3105953"/>
            <a:ext cx="2264400" cy="39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4.xml><?xml version="1.0" encoding="utf-8"?>
<p:sldLayout xmlns:p="http://schemas.openxmlformats.org/presentationml/2006/main" matchingName="32_Custom Layout">
  <p:cSld name="32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26">
            <a:extLst xmlns:a="http://schemas.openxmlformats.org/drawingml/2006/main">
              <a:ext uri="{FF2B5EF4-FFF2-40B4-BE49-F238E27FC236}">
                <a16:creationId xmlns:a16="http://schemas.microsoft.com/office/drawing/2014/main" id="{AE797DE6-05E3-446B-A59C-8C14F2A1BB18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922872" y="1769840"/>
            <a:ext cx="1897200" cy="322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5.xml><?xml version="1.0" encoding="utf-8"?>
<p:sldLayout xmlns:p="http://schemas.openxmlformats.org/presentationml/2006/main" matchingName="33_Custom Layout">
  <p:cSld name="33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Google Shape;84;p27">
            <a:extLst xmlns:a="http://schemas.openxmlformats.org/drawingml/2006/main">
              <a:ext uri="{FF2B5EF4-FFF2-40B4-BE49-F238E27FC236}">
                <a16:creationId xmlns:a16="http://schemas.microsoft.com/office/drawing/2014/main" id="{5D38B4BA-FD65-4455-A7B2-35F47B204AA7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328863" y="4201801"/>
            <a:ext cx="2253600" cy="39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5" name="Google Shape;85;p27">
            <a:extLst xmlns:a="http://schemas.openxmlformats.org/drawingml/2006/main">
              <a:ext uri="{FF2B5EF4-FFF2-40B4-BE49-F238E27FC236}">
                <a16:creationId xmlns:a16="http://schemas.microsoft.com/office/drawing/2014/main" id="{7CFAFECF-2114-40F0-9077-0E1E46601CEF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4926590" y="2999827"/>
            <a:ext cx="2253600" cy="39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86" name="Google Shape;86;p27">
            <a:extLst xmlns:a="http://schemas.openxmlformats.org/drawingml/2006/main">
              <a:ext uri="{FF2B5EF4-FFF2-40B4-BE49-F238E27FC236}">
                <a16:creationId xmlns:a16="http://schemas.microsoft.com/office/drawing/2014/main" id="{A63376E3-F46D-4B77-A7A2-E31927D4A471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7527575" y="4220214"/>
            <a:ext cx="2253600" cy="39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6.xml><?xml version="1.0" encoding="utf-8"?>
<p:sldLayout xmlns:p="http://schemas.openxmlformats.org/presentationml/2006/main" matchingName="34_Custom Layout">
  <p:cSld name="34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28">
            <a:extLst xmlns:a="http://schemas.openxmlformats.org/drawingml/2006/main">
              <a:ext uri="{FF2B5EF4-FFF2-40B4-BE49-F238E27FC236}">
                <a16:creationId xmlns:a16="http://schemas.microsoft.com/office/drawing/2014/main" id="{6150C08D-0AE9-489C-9583-849E68E6911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739679" y="1505368"/>
            <a:ext cx="1890000" cy="334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7.xml><?xml version="1.0" encoding="utf-8"?>
<p:sldLayout xmlns:p="http://schemas.openxmlformats.org/presentationml/2006/main" matchingName="35_Custom Layout">
  <p:cSld name="35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0" name="Google Shape;90;p29">
            <a:extLst xmlns:a="http://schemas.openxmlformats.org/drawingml/2006/main">
              <a:ext uri="{FF2B5EF4-FFF2-40B4-BE49-F238E27FC236}">
                <a16:creationId xmlns:a16="http://schemas.microsoft.com/office/drawing/2014/main" id="{FA14031F-6C45-45EF-8ED5-F7DC9BEAC8A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156447" y="2124000"/>
            <a:ext cx="2750400" cy="47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8.xml><?xml version="1.0" encoding="utf-8"?>
<p:sldLayout xmlns:p="http://schemas.openxmlformats.org/presentationml/2006/main" matchingName="36_Custom Layout">
  <p:cSld name="36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2" name="Google Shape;92;p30">
            <a:extLst xmlns:a="http://schemas.openxmlformats.org/drawingml/2006/main">
              <a:ext uri="{FF2B5EF4-FFF2-40B4-BE49-F238E27FC236}">
                <a16:creationId xmlns:a16="http://schemas.microsoft.com/office/drawing/2014/main" id="{22E18F89-806A-4043-8429-B6CFA4B1DA3E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419923" y="2057729"/>
            <a:ext cx="3384000" cy="21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29.xml><?xml version="1.0" encoding="utf-8"?>
<p:sldLayout xmlns:p="http://schemas.openxmlformats.org/presentationml/2006/main" matchingName="26_Custom Layout">
  <p:cSld name="26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31">
            <a:extLst xmlns:a="http://schemas.openxmlformats.org/drawingml/2006/main">
              <a:ext uri="{FF2B5EF4-FFF2-40B4-BE49-F238E27FC236}">
                <a16:creationId xmlns:a16="http://schemas.microsoft.com/office/drawing/2014/main" id="{F633326D-A8A2-4B73-B3C0-36B813A3C0ED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715833" y="2072319"/>
            <a:ext cx="3384000" cy="21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0.xml><?xml version="1.0" encoding="utf-8"?>
<p:sldLayout xmlns:p="http://schemas.openxmlformats.org/presentationml/2006/main" matchingName="7_Custom Layout">
  <p:cSld name="7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p32">
            <a:extLst xmlns:a="http://schemas.openxmlformats.org/drawingml/2006/main">
              <a:ext uri="{FF2B5EF4-FFF2-40B4-BE49-F238E27FC236}">
                <a16:creationId xmlns:a16="http://schemas.microsoft.com/office/drawing/2014/main" id="{B7E346C0-C895-4178-9AB8-678BC2F057E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12192000" cy="325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1.xml><?xml version="1.0" encoding="utf-8"?>
<p:sldLayout xmlns:p="http://schemas.openxmlformats.org/presentationml/2006/main" matchingName="30_Custom Layout">
  <p:cSld name="30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8" name="Google Shape;98;p33">
            <a:extLst xmlns:a="http://schemas.openxmlformats.org/drawingml/2006/main">
              <a:ext uri="{FF2B5EF4-FFF2-40B4-BE49-F238E27FC236}">
                <a16:creationId xmlns:a16="http://schemas.microsoft.com/office/drawing/2014/main" id="{3324CF37-DBE6-4013-92EC-CEB650CD7C02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614611" y="2395725"/>
            <a:ext cx="2844000" cy="28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2.xml><?xml version="1.0" encoding="utf-8"?>
<p:sldLayout xmlns:p="http://schemas.openxmlformats.org/presentationml/2006/main" matchingName="Slide 54">
  <p:cSld name="Slide 5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0" name="Google Shape;100;p34">
            <a:extLst xmlns:a="http://schemas.openxmlformats.org/drawingml/2006/main">
              <a:ext uri="{FF2B5EF4-FFF2-40B4-BE49-F238E27FC236}">
                <a16:creationId xmlns:a16="http://schemas.microsoft.com/office/drawing/2014/main" id="{8D5AAFE9-A89C-49D7-884F-679B491CD01F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2114549" y="2249578"/>
            <a:ext cx="1514400" cy="136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1" name="Google Shape;101;p34">
            <a:extLst xmlns:a="http://schemas.openxmlformats.org/drawingml/2006/main">
              <a:ext uri="{FF2B5EF4-FFF2-40B4-BE49-F238E27FC236}">
                <a16:creationId xmlns:a16="http://schemas.microsoft.com/office/drawing/2014/main" id="{0A2785EB-DFE2-4BEB-A0DA-4B139C360606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4257674" y="2249578"/>
            <a:ext cx="1514400" cy="136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2" name="Google Shape;102;p34">
            <a:extLst xmlns:a="http://schemas.openxmlformats.org/drawingml/2006/main">
              <a:ext uri="{FF2B5EF4-FFF2-40B4-BE49-F238E27FC236}">
                <a16:creationId xmlns:a16="http://schemas.microsoft.com/office/drawing/2014/main" id="{C4C4877E-8809-48FA-B832-CB5BC3142F8B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6400799" y="2249578"/>
            <a:ext cx="1514400" cy="136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3" name="Google Shape;103;p34">
            <a:extLst xmlns:a="http://schemas.openxmlformats.org/drawingml/2006/main">
              <a:ext uri="{FF2B5EF4-FFF2-40B4-BE49-F238E27FC236}">
                <a16:creationId xmlns:a16="http://schemas.microsoft.com/office/drawing/2014/main" id="{1F002D6E-3DA2-4C98-BED7-533A5EDBF190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8543924" y="2249578"/>
            <a:ext cx="1514400" cy="136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4" name="Google Shape;104;p34">
            <a:extLst xmlns:a="http://schemas.openxmlformats.org/drawingml/2006/main">
              <a:ext uri="{FF2B5EF4-FFF2-40B4-BE49-F238E27FC236}">
                <a16:creationId xmlns:a16="http://schemas.microsoft.com/office/drawing/2014/main" id="{877CFF79-CB00-410F-8EE9-2EEB54663046}"/>
              </a:ext>
            </a:extLst>
          </p:cNvPr>
          <p:cNvSpPr>
            <a:spLocks xmlns:a="http://schemas.openxmlformats.org/drawingml/2006/main" noGrp="1"/>
          </p:cNvSpPr>
          <p:nvPr>
            <p:ph type="pic" idx="6"/>
          </p:nvPr>
        </p:nvSpPr>
        <p:spPr>
          <a:xfrm xmlns:a="http://schemas.openxmlformats.org/drawingml/2006/main">
            <a:off x="2114549" y="4404392"/>
            <a:ext cx="1514400" cy="136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5" name="Google Shape;105;p34">
            <a:extLst xmlns:a="http://schemas.openxmlformats.org/drawingml/2006/main">
              <a:ext uri="{FF2B5EF4-FFF2-40B4-BE49-F238E27FC236}">
                <a16:creationId xmlns:a16="http://schemas.microsoft.com/office/drawing/2014/main" id="{A2F57C15-D7E1-48F5-92D3-349D6B6BCB17}"/>
              </a:ext>
            </a:extLst>
          </p:cNvPr>
          <p:cNvSpPr>
            <a:spLocks xmlns:a="http://schemas.openxmlformats.org/drawingml/2006/main" noGrp="1"/>
          </p:cNvSpPr>
          <p:nvPr>
            <p:ph type="pic" idx="7"/>
          </p:nvPr>
        </p:nvSpPr>
        <p:spPr>
          <a:xfrm xmlns:a="http://schemas.openxmlformats.org/drawingml/2006/main">
            <a:off x="4257674" y="4404392"/>
            <a:ext cx="1514400" cy="136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6" name="Google Shape;106;p34">
            <a:extLst xmlns:a="http://schemas.openxmlformats.org/drawingml/2006/main">
              <a:ext uri="{FF2B5EF4-FFF2-40B4-BE49-F238E27FC236}">
                <a16:creationId xmlns:a16="http://schemas.microsoft.com/office/drawing/2014/main" id="{D8D2F750-B56F-4499-A36D-58AF20B0535A}"/>
              </a:ext>
            </a:extLst>
          </p:cNvPr>
          <p:cNvSpPr>
            <a:spLocks xmlns:a="http://schemas.openxmlformats.org/drawingml/2006/main" noGrp="1"/>
          </p:cNvSpPr>
          <p:nvPr>
            <p:ph type="pic" idx="8"/>
          </p:nvPr>
        </p:nvSpPr>
        <p:spPr>
          <a:xfrm xmlns:a="http://schemas.openxmlformats.org/drawingml/2006/main">
            <a:off x="6400799" y="4404392"/>
            <a:ext cx="1514400" cy="136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07" name="Google Shape;107;p34">
            <a:extLst xmlns:a="http://schemas.openxmlformats.org/drawingml/2006/main">
              <a:ext uri="{FF2B5EF4-FFF2-40B4-BE49-F238E27FC236}">
                <a16:creationId xmlns:a16="http://schemas.microsoft.com/office/drawing/2014/main" id="{9DBB0D66-4CFF-463B-9054-F694EF9EEE3B}"/>
              </a:ext>
            </a:extLst>
          </p:cNvPr>
          <p:cNvSpPr>
            <a:spLocks xmlns:a="http://schemas.openxmlformats.org/drawingml/2006/main" noGrp="1"/>
          </p:cNvSpPr>
          <p:nvPr>
            <p:ph type="pic" idx="9"/>
          </p:nvPr>
        </p:nvSpPr>
        <p:spPr>
          <a:xfrm xmlns:a="http://schemas.openxmlformats.org/drawingml/2006/main">
            <a:off x="8543924" y="4404392"/>
            <a:ext cx="1514400" cy="136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3.xml><?xml version="1.0" encoding="utf-8"?>
<p:sldLayout xmlns:p="http://schemas.openxmlformats.org/presentationml/2006/main" matchingName="3_Custom Layout">
  <p:cSld name="3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9" name="Google Shape;109;p35">
            <a:extLst xmlns:a="http://schemas.openxmlformats.org/drawingml/2006/main">
              <a:ext uri="{FF2B5EF4-FFF2-40B4-BE49-F238E27FC236}">
                <a16:creationId xmlns:a16="http://schemas.microsoft.com/office/drawing/2014/main" id="{BAB4A12C-9559-40C5-BC68-5F633180F8D4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291769" y="2298744"/>
            <a:ext cx="3004500" cy="28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0" name="Google Shape;110;p35">
            <a:extLst xmlns:a="http://schemas.openxmlformats.org/drawingml/2006/main">
              <a:ext uri="{FF2B5EF4-FFF2-40B4-BE49-F238E27FC236}">
                <a16:creationId xmlns:a16="http://schemas.microsoft.com/office/drawing/2014/main" id="{A138C455-0ECB-4DF6-B8C7-EB964123C1AF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4625067" y="2298744"/>
            <a:ext cx="3004500" cy="28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1" name="Google Shape;111;p35">
            <a:extLst xmlns:a="http://schemas.openxmlformats.org/drawingml/2006/main">
              <a:ext uri="{FF2B5EF4-FFF2-40B4-BE49-F238E27FC236}">
                <a16:creationId xmlns:a16="http://schemas.microsoft.com/office/drawing/2014/main" id="{9285FB64-684E-4B9E-99CE-5D48BB288BAB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7958363" y="2298744"/>
            <a:ext cx="3004500" cy="288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4.xml><?xml version="1.0" encoding="utf-8"?>
<p:sldLayout xmlns:p="http://schemas.openxmlformats.org/presentationml/2006/main" matchingName="4_Custom Layout">
  <p:cSld name="4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3" name="Google Shape;113;p36">
            <a:extLst xmlns:a="http://schemas.openxmlformats.org/drawingml/2006/main">
              <a:ext uri="{FF2B5EF4-FFF2-40B4-BE49-F238E27FC236}">
                <a16:creationId xmlns:a16="http://schemas.microsoft.com/office/drawing/2014/main" id="{E0DF9B01-8BF1-4EE2-BDED-E275F007C143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323837" y="2335667"/>
            <a:ext cx="2425200" cy="35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4" name="Google Shape;114;p36">
            <a:extLst xmlns:a="http://schemas.openxmlformats.org/drawingml/2006/main">
              <a:ext uri="{FF2B5EF4-FFF2-40B4-BE49-F238E27FC236}">
                <a16:creationId xmlns:a16="http://schemas.microsoft.com/office/drawing/2014/main" id="{96091E24-DF53-46FC-A7F1-340ED600D11D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3947974" y="4225636"/>
            <a:ext cx="2425200" cy="169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5" name="Google Shape;115;p36">
            <a:extLst xmlns:a="http://schemas.openxmlformats.org/drawingml/2006/main">
              <a:ext uri="{FF2B5EF4-FFF2-40B4-BE49-F238E27FC236}">
                <a16:creationId xmlns:a16="http://schemas.microsoft.com/office/drawing/2014/main" id="{6FFF4575-4E2F-48FF-9C4C-F7AC83BF948A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3947974" y="2335667"/>
            <a:ext cx="2425200" cy="169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5.xml><?xml version="1.0" encoding="utf-8"?>
<p:sldLayout xmlns:p="http://schemas.openxmlformats.org/presentationml/2006/main" matchingName="5_Custom Layout">
  <p:cSld name="5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7" name="Google Shape;117;p37">
            <a:extLst xmlns:a="http://schemas.openxmlformats.org/drawingml/2006/main">
              <a:ext uri="{FF2B5EF4-FFF2-40B4-BE49-F238E27FC236}">
                <a16:creationId xmlns:a16="http://schemas.microsoft.com/office/drawing/2014/main" id="{1A7ECFE6-58FE-4E27-895D-8B3FEAF2D9A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8569184" y="2335667"/>
            <a:ext cx="2425200" cy="358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8" name="Google Shape;118;p37">
            <a:extLst xmlns:a="http://schemas.openxmlformats.org/drawingml/2006/main">
              <a:ext uri="{FF2B5EF4-FFF2-40B4-BE49-F238E27FC236}">
                <a16:creationId xmlns:a16="http://schemas.microsoft.com/office/drawing/2014/main" id="{0587475A-D151-4ADE-8590-8E5E39217A33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5941733" y="4225636"/>
            <a:ext cx="2425200" cy="169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19" name="Google Shape;119;p37">
            <a:extLst xmlns:a="http://schemas.openxmlformats.org/drawingml/2006/main">
              <a:ext uri="{FF2B5EF4-FFF2-40B4-BE49-F238E27FC236}">
                <a16:creationId xmlns:a16="http://schemas.microsoft.com/office/drawing/2014/main" id="{138FFC5B-16C4-4FB4-842A-75C3C08BBC3D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5941733" y="2335667"/>
            <a:ext cx="2425200" cy="169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6.xml><?xml version="1.0" encoding="utf-8"?>
<p:sldLayout xmlns:p="http://schemas.openxmlformats.org/presentationml/2006/main" matchingName="11_Custom Layout">
  <p:cSld name="1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p38">
            <a:extLst xmlns:a="http://schemas.openxmlformats.org/drawingml/2006/main">
              <a:ext uri="{FF2B5EF4-FFF2-40B4-BE49-F238E27FC236}">
                <a16:creationId xmlns:a16="http://schemas.microsoft.com/office/drawing/2014/main" id="{7B5BA2AB-EE39-482F-8CA3-51866A840731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424247" y="2053590"/>
            <a:ext cx="1939500" cy="19395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7.xml><?xml version="1.0" encoding="utf-8"?>
<p:sldLayout xmlns:p="http://schemas.openxmlformats.org/presentationml/2006/main" matchingName="13_Custom Layout">
  <p:cSld name="13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3" name="Google Shape;123;p39">
            <a:extLst xmlns:a="http://schemas.openxmlformats.org/drawingml/2006/main">
              <a:ext uri="{FF2B5EF4-FFF2-40B4-BE49-F238E27FC236}">
                <a16:creationId xmlns:a16="http://schemas.microsoft.com/office/drawing/2014/main" id="{7FB7E4CE-11F7-4351-9E5C-A9EFA9ECAE4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8.xml><?xml version="1.0" encoding="utf-8"?>
<p:sldLayout xmlns:p="http://schemas.openxmlformats.org/presentationml/2006/main" matchingName="14_Custom Layout">
  <p:cSld name="14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Google Shape;125;p40">
            <a:extLst xmlns:a="http://schemas.openxmlformats.org/drawingml/2006/main">
              <a:ext uri="{FF2B5EF4-FFF2-40B4-BE49-F238E27FC236}">
                <a16:creationId xmlns:a16="http://schemas.microsoft.com/office/drawing/2014/main" id="{0BDF2335-FEB0-468E-9BA3-1814D234C73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890989" y="2292914"/>
            <a:ext cx="4697100" cy="1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26" name="Google Shape;126;p40">
            <a:extLst xmlns:a="http://schemas.openxmlformats.org/drawingml/2006/main">
              <a:ext uri="{FF2B5EF4-FFF2-40B4-BE49-F238E27FC236}">
                <a16:creationId xmlns:a16="http://schemas.microsoft.com/office/drawing/2014/main" id="{96B31247-79F2-4B7F-B0CA-BAA535D9457B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5890989" y="3989709"/>
            <a:ext cx="2282100" cy="1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27" name="Google Shape;127;p40">
            <a:extLst xmlns:a="http://schemas.openxmlformats.org/drawingml/2006/main">
              <a:ext uri="{FF2B5EF4-FFF2-40B4-BE49-F238E27FC236}">
                <a16:creationId xmlns:a16="http://schemas.microsoft.com/office/drawing/2014/main" id="{6F7D4A3E-382F-42FB-865F-956B60ED5135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8306010" y="3989709"/>
            <a:ext cx="2282100" cy="156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39.xml><?xml version="1.0" encoding="utf-8"?>
<p:sldLayout xmlns:p="http://schemas.openxmlformats.org/presentationml/2006/main" matchingName="20_Custom Layout">
  <p:cSld name="20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9" name="Google Shape;129;p41">
            <a:extLst xmlns:a="http://schemas.openxmlformats.org/drawingml/2006/main">
              <a:ext uri="{FF2B5EF4-FFF2-40B4-BE49-F238E27FC236}">
                <a16:creationId xmlns:a16="http://schemas.microsoft.com/office/drawing/2014/main" id="{6F422DE1-61BE-4D7B-87E2-EF464C038EAB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817919" y="2354428"/>
            <a:ext cx="2095200" cy="150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30" name="Google Shape;130;p41">
            <a:extLst xmlns:a="http://schemas.openxmlformats.org/drawingml/2006/main">
              <a:ext uri="{FF2B5EF4-FFF2-40B4-BE49-F238E27FC236}">
                <a16:creationId xmlns:a16="http://schemas.microsoft.com/office/drawing/2014/main" id="{5BF06A56-18D6-4D2B-8C36-81B39A45E377}"/>
              </a:ext>
            </a:extLst>
          </p:cNvPr>
          <p:cNvSpPr>
            <a:spLocks xmlns:a="http://schemas.openxmlformats.org/drawingml/2006/main" noGrp="1"/>
          </p:cNvSpPr>
          <p:nvPr>
            <p:ph type="pic" idx="3"/>
          </p:nvPr>
        </p:nvSpPr>
        <p:spPr>
          <a:xfrm xmlns:a="http://schemas.openxmlformats.org/drawingml/2006/main">
            <a:off x="4019691" y="2354428"/>
            <a:ext cx="2095200" cy="150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31" name="Google Shape;131;p41">
            <a:extLst xmlns:a="http://schemas.openxmlformats.org/drawingml/2006/main">
              <a:ext uri="{FF2B5EF4-FFF2-40B4-BE49-F238E27FC236}">
                <a16:creationId xmlns:a16="http://schemas.microsoft.com/office/drawing/2014/main" id="{F1CDED30-1B53-4CCB-BC72-593618B8709A}"/>
              </a:ext>
            </a:extLst>
          </p:cNvPr>
          <p:cNvSpPr>
            <a:spLocks xmlns:a="http://schemas.openxmlformats.org/drawingml/2006/main" noGrp="1"/>
          </p:cNvSpPr>
          <p:nvPr>
            <p:ph type="pic" idx="4"/>
          </p:nvPr>
        </p:nvSpPr>
        <p:spPr>
          <a:xfrm xmlns:a="http://schemas.openxmlformats.org/drawingml/2006/main">
            <a:off x="6221163" y="2354428"/>
            <a:ext cx="2095200" cy="150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32" name="Google Shape;132;p41">
            <a:extLst xmlns:a="http://schemas.openxmlformats.org/drawingml/2006/main">
              <a:ext uri="{FF2B5EF4-FFF2-40B4-BE49-F238E27FC236}">
                <a16:creationId xmlns:a16="http://schemas.microsoft.com/office/drawing/2014/main" id="{33BF16CF-6A82-4B10-BD5C-32E9550A3C15}"/>
              </a:ext>
            </a:extLst>
          </p:cNvPr>
          <p:cNvSpPr>
            <a:spLocks xmlns:a="http://schemas.openxmlformats.org/drawingml/2006/main" noGrp="1"/>
          </p:cNvSpPr>
          <p:nvPr>
            <p:ph type="pic" idx="5"/>
          </p:nvPr>
        </p:nvSpPr>
        <p:spPr>
          <a:xfrm xmlns:a="http://schemas.openxmlformats.org/drawingml/2006/main">
            <a:off x="8422635" y="2354428"/>
            <a:ext cx="2095200" cy="150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40.xml><?xml version="1.0" encoding="utf-8"?>
<p:sldLayout xmlns:p="http://schemas.openxmlformats.org/presentationml/2006/main" matchingName="21_Custom Layout">
  <p:cSld name="21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4" name="Google Shape;134;p42">
            <a:extLst xmlns:a="http://schemas.openxmlformats.org/drawingml/2006/main">
              <a:ext uri="{FF2B5EF4-FFF2-40B4-BE49-F238E27FC236}">
                <a16:creationId xmlns:a16="http://schemas.microsoft.com/office/drawing/2014/main" id="{EEAB6DDB-F5D4-4302-B5B4-FA1975DEAA0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257502" y="2397072"/>
            <a:ext cx="2437200" cy="346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41.xml><?xml version="1.0" encoding="utf-8"?>
<p:sldLayout xmlns:p="http://schemas.openxmlformats.org/presentationml/2006/main" matchingName="18_Custom Layout">
  <p:cSld name="18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" name="Google Shape;136;p43">
            <a:extLst xmlns:a="http://schemas.openxmlformats.org/drawingml/2006/main">
              <a:ext uri="{FF2B5EF4-FFF2-40B4-BE49-F238E27FC236}">
                <a16:creationId xmlns:a16="http://schemas.microsoft.com/office/drawing/2014/main" id="{2E4DF58C-F5C7-4713-BF72-4A5E1304C6D0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3311236"/>
            <a:ext cx="12192000" cy="354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42.xml><?xml version="1.0" encoding="utf-8"?>
<p:sldLayout xmlns:p="http://schemas.openxmlformats.org/presentationml/2006/main" matchingName="19_Custom Layout">
  <p:cSld name="19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8" name="Google Shape;138;p44">
            <a:extLst xmlns:a="http://schemas.openxmlformats.org/drawingml/2006/main">
              <a:ext uri="{FF2B5EF4-FFF2-40B4-BE49-F238E27FC236}">
                <a16:creationId xmlns:a16="http://schemas.microsoft.com/office/drawing/2014/main" id="{BFEFEB23-06E1-4AD8-94E7-338CBA6883B6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43.xml><?xml version="1.0" encoding="utf-8"?>
<p:sldLayout xmlns:p="http://schemas.openxmlformats.org/presentationml/2006/main" matchingName="37_Custom Layout">
  <p:cSld name="37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45">
            <a:extLst xmlns:a="http://schemas.openxmlformats.org/drawingml/2006/main">
              <a:ext uri="{FF2B5EF4-FFF2-40B4-BE49-F238E27FC236}">
                <a16:creationId xmlns:a16="http://schemas.microsoft.com/office/drawing/2014/main" id="{52D4F231-D921-41A3-BBD0-BCC883AC1099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068646" y="1865313"/>
            <a:ext cx="3384000" cy="21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44.xml><?xml version="1.0" encoding="utf-8"?>
<p:sldLayout xmlns:p="http://schemas.openxmlformats.org/presentationml/2006/main" matchingName="38_Custom Layout">
  <p:cSld name="38_Custom Layou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2" name="Google Shape;142;p46">
            <a:extLst xmlns:a="http://schemas.openxmlformats.org/drawingml/2006/main">
              <a:ext uri="{FF2B5EF4-FFF2-40B4-BE49-F238E27FC236}">
                <a16:creationId xmlns:a16="http://schemas.microsoft.com/office/drawing/2014/main" id="{F7F7BC35-5386-4F4A-9859-BC38AC74522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7006361" y="2118584"/>
            <a:ext cx="3384000" cy="21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</p:spTree>
  </p:cSld>
</p:sldLayout>
</file>

<file path=ppt/slideLayouts/slideLayout45.xml><?xml version="1.0" encoding="utf-8"?>
<p:sldLayout xmlns:p="http://schemas.openxmlformats.org/presentationml/2006/main" showMasterSp="0" matchingName="Title Slide">
  <p:cSld name="Title Slide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47">
            <a:extLst xmlns:a="http://schemas.openxmlformats.org/drawingml/2006/main">
              <a:ext uri="{FF2B5EF4-FFF2-40B4-BE49-F238E27FC236}">
                <a16:creationId xmlns:a16="http://schemas.microsoft.com/office/drawing/2014/main" id="{AEABB929-4602-42BF-94FC-DDD251D5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6359" y="0"/>
            <a:ext cx="1621198" cy="3426857"/>
          </a:xfrm>
          <a:custGeom xmlns:a="http://schemas.openxmlformats.org/drawingml/2006/main">
            <a:rect l="l" t="t" r="r" b="b"/>
            <a:pathLst>
              <a:path w="1216659" h="2571750">
                <a:moveTo>
                  <a:pt x="1216152" y="0"/>
                </a:moveTo>
                <a:lnTo>
                  <a:pt x="0" y="0"/>
                </a:lnTo>
                <a:lnTo>
                  <a:pt x="0" y="2571750"/>
                </a:lnTo>
                <a:lnTo>
                  <a:pt x="1216152" y="2571750"/>
                </a:lnTo>
                <a:lnTo>
                  <a:pt x="1216152" y="0"/>
                </a:lnTo>
                <a:close/>
              </a:path>
            </a:pathLst>
          </a:custGeom>
          <a:solidFill xmlns:a="http://schemas.openxmlformats.org/drawingml/2006/main">
            <a:srgbClr val="498B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45" name="Google Shape;145;p47">
            <a:extLst xmlns:a="http://schemas.openxmlformats.org/drawingml/2006/main">
              <a:ext uri="{FF2B5EF4-FFF2-40B4-BE49-F238E27FC236}">
                <a16:creationId xmlns:a16="http://schemas.microsoft.com/office/drawing/2014/main" id="{2A5470A6-EFCD-4468-9BB7-61086E29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959" y="3429000"/>
            <a:ext cx="1589045" cy="3426857"/>
          </a:xfrm>
          <a:custGeom xmlns:a="http://schemas.openxmlformats.org/drawingml/2006/main">
            <a:rect l="l" t="t" r="r" b="b"/>
            <a:pathLst>
              <a:path w="1192529" h="2571750">
                <a:moveTo>
                  <a:pt x="1192529" y="0"/>
                </a:moveTo>
                <a:lnTo>
                  <a:pt x="0" y="0"/>
                </a:lnTo>
                <a:lnTo>
                  <a:pt x="0" y="2571750"/>
                </a:lnTo>
                <a:lnTo>
                  <a:pt x="1192529" y="2571750"/>
                </a:lnTo>
                <a:lnTo>
                  <a:pt x="1192529" y="0"/>
                </a:lnTo>
                <a:close/>
              </a:path>
            </a:pathLst>
          </a:custGeom>
          <a:solidFill xmlns:a="http://schemas.openxmlformats.org/drawingml/2006/main">
            <a:srgbClr val="003AA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46" name="Google Shape;146;p47">
            <a:extLst xmlns:a="http://schemas.openxmlformats.org/drawingml/2006/main">
              <a:ext uri="{FF2B5EF4-FFF2-40B4-BE49-F238E27FC236}">
                <a16:creationId xmlns:a16="http://schemas.microsoft.com/office/drawing/2014/main" id="{81E8F279-2EBA-481B-A8C6-3BC247BDA9E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32612" y="439513"/>
            <a:ext cx="4526700" cy="60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3700" b="1" i="0">
                <a:solidFill>
                  <a:srgbClr val="003AA2"/>
                </a:solidFill>
                <a:latin typeface="Verdana"/>
                <a:ea typeface="Verdana"/>
                <a:cs typeface="Verdana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/>
        </p:txBody>
      </p:sp>
      <p:sp>
        <p:nvSpPr>
          <p:cNvPr id="147" name="Google Shape;147;p47">
            <a:extLst xmlns:a="http://schemas.openxmlformats.org/drawingml/2006/main">
              <a:ext uri="{FF2B5EF4-FFF2-40B4-BE49-F238E27FC236}">
                <a16:creationId xmlns:a16="http://schemas.microsoft.com/office/drawing/2014/main" id="{CE51F1C9-CDF7-4CA7-8922-478EC39D5DC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40480"/>
            <a:ext cx="8534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1pPr>
            <a:lvl2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/>
        </p:txBody>
      </p:sp>
      <p:sp>
        <p:nvSpPr>
          <p:cNvPr id="148" name="Google Shape;148;p47">
            <a:extLst xmlns:a="http://schemas.openxmlformats.org/drawingml/2006/main">
              <a:ext uri="{FF2B5EF4-FFF2-40B4-BE49-F238E27FC236}">
                <a16:creationId xmlns:a16="http://schemas.microsoft.com/office/drawing/2014/main" id="{1BE71BD6-DF99-48CD-B1CE-9E5A97577F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45280" y="6377940"/>
            <a:ext cx="390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rgbClr val="888888"/>
                </a:solidFill>
              </a:defRPr>
            </a:lvl1pPr>
            <a:lvl2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/>
        </p:txBody>
      </p:sp>
      <p:sp>
        <p:nvSpPr>
          <p:cNvPr id="149" name="Google Shape;149;p47">
            <a:extLst xmlns:a="http://schemas.openxmlformats.org/drawingml/2006/main">
              <a:ext uri="{FF2B5EF4-FFF2-40B4-BE49-F238E27FC236}">
                <a16:creationId xmlns:a16="http://schemas.microsoft.com/office/drawing/2014/main" id="{7D92EB97-48D6-4F9F-BAE7-4C2237DB06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77940"/>
            <a:ext cx="280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rgbClr val="888888"/>
                </a:solidFill>
              </a:defRPr>
            </a:lvl1pPr>
            <a:lvl2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/>
        </p:txBody>
      </p:sp>
      <p:sp>
        <p:nvSpPr>
          <p:cNvPr id="150" name="Google Shape;150;p47">
            <a:extLst xmlns:a="http://schemas.openxmlformats.org/drawingml/2006/main">
              <a:ext uri="{FF2B5EF4-FFF2-40B4-BE49-F238E27FC236}">
                <a16:creationId xmlns:a16="http://schemas.microsoft.com/office/drawing/2014/main" id="{C7330FC5-57C7-48B2-ACAB-09EE471F9B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78240" y="6377940"/>
            <a:ext cx="28041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1pPr>
            <a:lvl2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</p:sldLayout>
</file>

<file path=ppt/slideLayouts/slideLayout46.xml><?xml version="1.0" encoding="utf-8"?>
<p:sldLayout xmlns:p="http://schemas.openxmlformats.org/presentationml/2006/main" matchingName="Title and Content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Google Shape;152;p48">
            <a:extLst xmlns:a="http://schemas.openxmlformats.org/drawingml/2006/main">
              <a:ext uri="{FF2B5EF4-FFF2-40B4-BE49-F238E27FC236}">
                <a16:creationId xmlns:a16="http://schemas.microsoft.com/office/drawing/2014/main" id="{23E4886F-9D8D-47F7-9613-4EA830E43F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76892" y="439513"/>
            <a:ext cx="3438300" cy="60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3700" b="1" i="0">
                <a:solidFill>
                  <a:srgbClr val="003AA2"/>
                </a:solidFill>
                <a:latin typeface="Verdana"/>
                <a:ea typeface="Verdana"/>
                <a:cs typeface="Verdana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/>
        </p:txBody>
      </p:sp>
      <p:sp>
        <p:nvSpPr>
          <p:cNvPr id="153" name="Google Shape;153;p48">
            <a:extLst xmlns:a="http://schemas.openxmlformats.org/drawingml/2006/main">
              <a:ext uri="{FF2B5EF4-FFF2-40B4-BE49-F238E27FC236}">
                <a16:creationId xmlns:a16="http://schemas.microsoft.com/office/drawing/2014/main" id="{F7DEFAB2-09E0-4A33-B277-B0E48BCAE1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05253" y="1147764"/>
            <a:ext cx="11463300" cy="434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indent="-228600" algn="l">
              <a:spcBef>
                <a:spcPts val="0"/>
              </a:spcBef>
              <a:spcAft>
                <a:spcPts val="0"/>
              </a:spcAft>
              <a:buSzPts val="1900"/>
              <a:buNone/>
              <a:defRPr sz="2400" b="1" i="0">
                <a:solidFill>
                  <a:srgbClr val="003AA2"/>
                </a:solidFill>
                <a:latin typeface="Calibri"/>
                <a:ea typeface="Calibri"/>
                <a:cs typeface="Calibri"/>
              </a:defRPr>
            </a:lvl1pPr>
            <a:lvl2pPr marL="914400" indent="-22860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marL="1371600" indent="-22860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marL="1828800" indent="-22860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marL="2286000" indent="-22860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marL="2743200" indent="-22860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marL="3200400" indent="-22860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marL="3657600" indent="-22860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marL="4114800" indent="-228600"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/>
        </p:txBody>
      </p:sp>
      <p:sp>
        <p:nvSpPr>
          <p:cNvPr id="154" name="Google Shape;154;p48">
            <a:extLst xmlns:a="http://schemas.openxmlformats.org/drawingml/2006/main">
              <a:ext uri="{FF2B5EF4-FFF2-40B4-BE49-F238E27FC236}">
                <a16:creationId xmlns:a16="http://schemas.microsoft.com/office/drawing/2014/main" id="{282CB1FD-4496-498F-9373-3ABE013F11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145280" y="6377940"/>
            <a:ext cx="390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rgbClr val="888888"/>
                </a:solidFill>
              </a:defRPr>
            </a:lvl1pPr>
            <a:lvl2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/>
        </p:txBody>
      </p:sp>
      <p:sp>
        <p:nvSpPr>
          <p:cNvPr id="155" name="Google Shape;155;p48">
            <a:extLst xmlns:a="http://schemas.openxmlformats.org/drawingml/2006/main">
              <a:ext uri="{FF2B5EF4-FFF2-40B4-BE49-F238E27FC236}">
                <a16:creationId xmlns:a16="http://schemas.microsoft.com/office/drawing/2014/main" id="{20E8ED58-C82D-47E0-8135-B2CF128B78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09600" y="6377940"/>
            <a:ext cx="2804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>
                <a:solidFill>
                  <a:srgbClr val="888888"/>
                </a:solidFill>
              </a:defRPr>
            </a:lvl1pPr>
            <a:lvl2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2pPr>
            <a:lvl3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3pPr>
            <a:lvl4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4pPr>
            <a:lvl5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5pPr>
            <a:lvl6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6pPr>
            <a:lvl7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7pPr>
            <a:lvl8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8pPr>
            <a:lvl9pPr algn="l">
              <a:spcBef>
                <a:spcPts val="0"/>
              </a:spcBef>
              <a:spcAft>
                <a:spcPts val="0"/>
              </a:spcAft>
              <a:buSzPts val="1900"/>
              <a:buNone/>
              <a:defRPr sz="1900"/>
            </a:lvl9pPr>
          </a:lstStyle>
          <a:p xmlns:a="http://schemas.openxmlformats.org/drawingml/2006/main"/>
        </p:txBody>
      </p:sp>
      <p:sp>
        <p:nvSpPr>
          <p:cNvPr id="156" name="Google Shape;156;p48">
            <a:extLst xmlns:a="http://schemas.openxmlformats.org/drawingml/2006/main">
              <a:ext uri="{FF2B5EF4-FFF2-40B4-BE49-F238E27FC236}">
                <a16:creationId xmlns:a16="http://schemas.microsoft.com/office/drawing/2014/main" id="{75F834E6-A84A-4134-969C-865AA6664A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778240" y="6377940"/>
            <a:ext cx="2804100" cy="29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1pPr>
            <a:lvl2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2pPr>
            <a:lvl3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3pPr>
            <a:lvl4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4pPr>
            <a:lvl5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5pPr>
            <a:lvl6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6pPr>
            <a:lvl7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7pPr>
            <a:lvl8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8pPr>
            <a:lvl9pPr marL="0" indent="0" algn="r">
              <a:spcBef>
                <a:spcPts val="0"/>
              </a:spcBef>
              <a:buNone/>
              <a:defRPr sz="19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>
              <a:solidFill>
                <a:srgbClr val="000000"/>
              </a:solidFill>
            </a:endParaRPr>
          </a:p>
        </p:txBody>
      </p:sp>
    </p:spTree>
  </p:cSld>
</p:sldLayout>
</file>

<file path=ppt/slideLayouts/slideLayout47.xml><?xml version="1.0" encoding="utf-8"?>
<p:sldLayout xmlns:p="http://schemas.openxmlformats.org/presentationml/2006/main" matchingName="Title and three columns">
  <p:cSld name="CUSTOM_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8" name="Google Shape;158;p49">
            <a:extLst xmlns:a="http://schemas.openxmlformats.org/drawingml/2006/main">
              <a:ext uri="{FF2B5EF4-FFF2-40B4-BE49-F238E27FC236}">
                <a16:creationId xmlns:a16="http://schemas.microsoft.com/office/drawing/2014/main" id="{16E120EF-B93E-4525-8985-9CDD2706FC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7067" y="510900"/>
            <a:ext cx="10277700" cy="76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sz="1900">
                <a:solidFill>
                  <a:schemeClr val="accent1"/>
                </a:solidFill>
                <a:latin typeface="Montserrat"/>
                <a:ea typeface="Montserrat"/>
                <a:cs typeface="Montserrat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sz="1900">
                <a:latin typeface="Montserrat"/>
                <a:ea typeface="Montserrat"/>
                <a:cs typeface="Montserrat"/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sz="1900">
                <a:latin typeface="Montserrat"/>
                <a:ea typeface="Montserrat"/>
                <a:cs typeface="Montserrat"/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sz="1900">
                <a:latin typeface="Montserrat"/>
                <a:ea typeface="Montserrat"/>
                <a:cs typeface="Montserrat"/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sz="1900">
                <a:latin typeface="Montserrat"/>
                <a:ea typeface="Montserrat"/>
                <a:cs typeface="Montserrat"/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sz="1900">
                <a:latin typeface="Montserrat"/>
                <a:ea typeface="Montserrat"/>
                <a:cs typeface="Montserrat"/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sz="1900">
                <a:latin typeface="Montserrat"/>
                <a:ea typeface="Montserrat"/>
                <a:cs typeface="Montserrat"/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sz="1900">
                <a:latin typeface="Montserrat"/>
                <a:ea typeface="Montserrat"/>
                <a:cs typeface="Montserrat"/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Font typeface="Montserrat"/>
              <a:buNone/>
              <a:defRPr sz="1900"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/>
        </p:txBody>
      </p:sp>
      <p:sp>
        <p:nvSpPr>
          <p:cNvPr id="159" name="Google Shape;159;p49">
            <a:extLst xmlns:a="http://schemas.openxmlformats.org/drawingml/2006/main">
              <a:ext uri="{FF2B5EF4-FFF2-40B4-BE49-F238E27FC236}">
                <a16:creationId xmlns:a16="http://schemas.microsoft.com/office/drawing/2014/main" id="{D8D077C9-D80E-4A1F-85A6-CADEC20735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050800" y="3187200"/>
            <a:ext cx="3015600" cy="5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 b="1">
                <a:solidFill>
                  <a:schemeClr val="accent1"/>
                </a:solidFill>
              </a:defRPr>
            </a:lvl1pPr>
            <a:lvl2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2pPr>
            <a:lvl3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3pPr>
            <a:lvl4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4pPr>
            <a:lvl5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5pPr>
            <a:lvl6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6pPr>
            <a:lvl7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7pPr>
            <a:lvl8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8pPr>
            <a:lvl9pPr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0" name="Google Shape;160;p49">
            <a:extLst xmlns:a="http://schemas.openxmlformats.org/drawingml/2006/main">
              <a:ext uri="{FF2B5EF4-FFF2-40B4-BE49-F238E27FC236}">
                <a16:creationId xmlns:a16="http://schemas.microsoft.com/office/drawing/2014/main" id="{0024C1DE-BBD4-47AF-8C8C-4B5643A86298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050800" y="3687800"/>
            <a:ext cx="3015600" cy="9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 sz="19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1" name="Google Shape;161;p49">
            <a:extLst xmlns:a="http://schemas.openxmlformats.org/drawingml/2006/main">
              <a:ext uri="{FF2B5EF4-FFF2-40B4-BE49-F238E27FC236}">
                <a16:creationId xmlns:a16="http://schemas.microsoft.com/office/drawing/2014/main" id="{F559C2A0-B8EE-4CDA-B833-107B170A84B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588200" y="3187200"/>
            <a:ext cx="3015600" cy="5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 b="1">
                <a:solidFill>
                  <a:schemeClr val="accent1"/>
                </a:solidFill>
              </a:defRPr>
            </a:lvl1pPr>
            <a:lvl2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2pPr>
            <a:lvl3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3pPr>
            <a:lvl4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4pPr>
            <a:lvl5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5pPr>
            <a:lvl6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6pPr>
            <a:lvl7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7pPr>
            <a:lvl8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8pPr>
            <a:lvl9pPr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2" name="Google Shape;162;p49">
            <a:extLst xmlns:a="http://schemas.openxmlformats.org/drawingml/2006/main">
              <a:ext uri="{FF2B5EF4-FFF2-40B4-BE49-F238E27FC236}">
                <a16:creationId xmlns:a16="http://schemas.microsoft.com/office/drawing/2014/main" id="{227757E3-F5D2-4B08-B5E7-7B97073DE0D5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588200" y="3687800"/>
            <a:ext cx="3015600" cy="9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 sz="19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3" name="Google Shape;163;p49">
            <a:extLst xmlns:a="http://schemas.openxmlformats.org/drawingml/2006/main">
              <a:ext uri="{FF2B5EF4-FFF2-40B4-BE49-F238E27FC236}">
                <a16:creationId xmlns:a16="http://schemas.microsoft.com/office/drawing/2014/main" id="{1115E767-CB58-4BC6-942E-39F477150343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8125600" y="3187200"/>
            <a:ext cx="3015600" cy="5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 b="1">
                <a:solidFill>
                  <a:schemeClr val="accent1"/>
                </a:solidFill>
              </a:defRPr>
            </a:lvl1pPr>
            <a:lvl2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2pPr>
            <a:lvl3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3pPr>
            <a:lvl4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4pPr>
            <a:lvl5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5pPr>
            <a:lvl6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6pPr>
            <a:lvl7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7pPr>
            <a:lvl8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8pPr>
            <a:lvl9pPr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 sz="1900" b="1">
                <a:solidFill>
                  <a:schemeClr val="accen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4" name="Google Shape;164;p49">
            <a:extLst xmlns:a="http://schemas.openxmlformats.org/drawingml/2006/main">
              <a:ext uri="{FF2B5EF4-FFF2-40B4-BE49-F238E27FC236}">
                <a16:creationId xmlns:a16="http://schemas.microsoft.com/office/drawing/2014/main" id="{AF81CD2F-DB1B-42A2-B235-C172933828DC}"/>
              </a:ext>
            </a:extLst>
          </p:cNvPr>
          <p:cNvSpPr>
            <a:spLocks xmlns:a="http://schemas.openxmlformats.org/drawingml/2006/main" noGrp="1"/>
          </p:cNvSpPr>
          <p:nvPr>
            <p:ph type="subTitle" idx="6"/>
          </p:nvPr>
        </p:nvSpPr>
        <p:spPr>
          <a:xfrm xmlns:a="http://schemas.openxmlformats.org/drawingml/2006/main">
            <a:off x="8125600" y="3687800"/>
            <a:ext cx="3015600" cy="96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t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1900">
                <a:solidFill>
                  <a:schemeClr val="dk1"/>
                </a:solidFill>
              </a:defRPr>
            </a:lvl1pPr>
            <a:lvl2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2pPr>
            <a:lvl3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3pPr>
            <a:lvl4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4pPr>
            <a:lvl5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5pPr>
            <a:lvl6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6pPr>
            <a:lvl7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7pPr>
            <a:lvl8pPr algn="ctr">
              <a:lnSpc>
                <a:spcPct val="100000"/>
              </a:lnSpc>
              <a:spcBef>
                <a:spcPts val="2100"/>
              </a:spcBef>
              <a:spcAft>
                <a:spcPts val="0"/>
              </a:spcAft>
              <a:buSzPts val="1900"/>
              <a:buNone/>
              <a:defRPr sz="1900">
                <a:solidFill>
                  <a:schemeClr val="dk1"/>
                </a:solidFill>
              </a:defRPr>
            </a:lvl8pPr>
            <a:lvl9pPr algn="ctr">
              <a:lnSpc>
                <a:spcPct val="100000"/>
              </a:lnSpc>
              <a:spcBef>
                <a:spcPts val="2100"/>
              </a:spcBef>
              <a:spcAft>
                <a:spcPts val="2100"/>
              </a:spcAft>
              <a:buSzPts val="1900"/>
              <a:buNone/>
              <a:defRPr sz="1900">
                <a:solidFill>
                  <a:schemeClr val="dk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65" name="Google Shape;165;p49">
            <a:extLst xmlns:a="http://schemas.openxmlformats.org/drawingml/2006/main">
              <a:ext uri="{FF2B5EF4-FFF2-40B4-BE49-F238E27FC236}">
                <a16:creationId xmlns:a16="http://schemas.microsoft.com/office/drawing/2014/main" id="{68B9C8FB-0F69-4C4A-A504-F909C3BF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096000" y="6445700"/>
            <a:ext cx="6096000" cy="412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Google Shape;166;p49">
            <a:extLst xmlns:a="http://schemas.openxmlformats.org/drawingml/2006/main">
              <a:ext uri="{FF2B5EF4-FFF2-40B4-BE49-F238E27FC236}">
                <a16:creationId xmlns:a16="http://schemas.microsoft.com/office/drawing/2014/main" id="{64CDD2B0-8A26-415E-8165-156B05C7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67" y="6445700"/>
            <a:ext cx="6096000" cy="412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21900" tIns="121900" rIns="121900" bIns="1219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77" name="Google Shape;167;p4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750b4dc93d14c8e">
            <a:alphaModFix/>
          </a:blip>
          <a:srcRect xmlns:a="http://schemas.openxmlformats.org/drawingml/2006/main" l="35859" t="9784" r="1208" b="51743"/>
          <a:stretch xmlns:a="http://schemas.openxmlformats.org/drawingml/2006/main"/>
        </p:blipFill>
        <p:spPr>
          <a:xfrm xmlns:a="http://schemas.openxmlformats.org/drawingml/2006/main">
            <a:off x="-135817" y="6457799"/>
            <a:ext cx="1651351" cy="38820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4610e38b240b4e40" /><Relationship Type="http://schemas.openxmlformats.org/officeDocument/2006/relationships/theme" Target="/ppt/slideMasters/theme/theme2.xml" Id="R1b953af100da46eb" /><Relationship Type="http://schemas.openxmlformats.org/officeDocument/2006/relationships/slideLayout" Target="/ppt/slideLayouts/slideLayout1.xml" Id="Rd54e57483544476c" /><Relationship Type="http://schemas.openxmlformats.org/officeDocument/2006/relationships/slideLayout" Target="/ppt/slideLayouts/slideLayout2.xml" Id="R673b7cdd49474caf" /><Relationship Type="http://schemas.openxmlformats.org/officeDocument/2006/relationships/slideLayout" Target="/ppt/slideLayouts/slideLayout3.xml" Id="R9a15288cd165447c" /><Relationship Type="http://schemas.openxmlformats.org/officeDocument/2006/relationships/slideLayout" Target="/ppt/slideLayouts/slideLayout4.xml" Id="R6d58ba0ab7bd45d1" /><Relationship Type="http://schemas.openxmlformats.org/officeDocument/2006/relationships/slideLayout" Target="/ppt/slideLayouts/slideLayout5.xml" Id="Rfe2b79c3e1714fcc" /><Relationship Type="http://schemas.openxmlformats.org/officeDocument/2006/relationships/slideLayout" Target="/ppt/slideLayouts/slideLayout6.xml" Id="R8b06307ea7bf4c04" /><Relationship Type="http://schemas.openxmlformats.org/officeDocument/2006/relationships/slideLayout" Target="/ppt/slideLayouts/slideLayout7.xml" Id="Rc41ea50266994db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dc4bf264af846b5" /><Relationship Type="http://schemas.openxmlformats.org/officeDocument/2006/relationships/slideLayout" Target="/ppt/slideLayouts/slideLayout8.xml" Id="R11c3b96f87d6425a" /><Relationship Type="http://schemas.openxmlformats.org/officeDocument/2006/relationships/slideLayout" Target="/ppt/slideLayouts/slideLayout9.xml" Id="R7b49e87917f94faf" /><Relationship Type="http://schemas.openxmlformats.org/officeDocument/2006/relationships/slideLayout" Target="/ppt/slideLayouts/slideLayout10.xml" Id="Rd726d870f76140ed" /><Relationship Type="http://schemas.openxmlformats.org/officeDocument/2006/relationships/slideLayout" Target="/ppt/slideLayouts/slideLayout11.xml" Id="R60de51705229486f" /><Relationship Type="http://schemas.openxmlformats.org/officeDocument/2006/relationships/slideLayout" Target="/ppt/slideLayouts/slideLayout12.xml" Id="Rf9bc15c58bc14794" /><Relationship Type="http://schemas.openxmlformats.org/officeDocument/2006/relationships/slideLayout" Target="/ppt/slideLayouts/slideLayout13.xml" Id="R7e06298b07eb4614" /><Relationship Type="http://schemas.openxmlformats.org/officeDocument/2006/relationships/slideLayout" Target="/ppt/slideLayouts/slideLayout14.xml" Id="R8648eadb983c47db" /><Relationship Type="http://schemas.openxmlformats.org/officeDocument/2006/relationships/slideLayout" Target="/ppt/slideLayouts/slideLayout15.xml" Id="Rbd2148eec7f34459" /><Relationship Type="http://schemas.openxmlformats.org/officeDocument/2006/relationships/slideLayout" Target="/ppt/slideLayouts/slideLayout16.xml" Id="R0bf326464cf649dd" /><Relationship Type="http://schemas.openxmlformats.org/officeDocument/2006/relationships/slideLayout" Target="/ppt/slideLayouts/slideLayout17.xml" Id="Rdab915c8f5bf4051" /><Relationship Type="http://schemas.openxmlformats.org/officeDocument/2006/relationships/slideLayout" Target="/ppt/slideLayouts/slideLayout18.xml" Id="Rb3f32d510f874db6" /><Relationship Type="http://schemas.openxmlformats.org/officeDocument/2006/relationships/slideLayout" Target="/ppt/slideLayouts/slideLayout19.xml" Id="Rb586fdd8941c4a98" /><Relationship Type="http://schemas.openxmlformats.org/officeDocument/2006/relationships/slideLayout" Target="/ppt/slideLayouts/slideLayout20.xml" Id="R1151fcec9ba8482c" /><Relationship Type="http://schemas.openxmlformats.org/officeDocument/2006/relationships/slideLayout" Target="/ppt/slideLayouts/slideLayout21.xml" Id="R2aa3fc673c4a4ee6" /><Relationship Type="http://schemas.openxmlformats.org/officeDocument/2006/relationships/slideLayout" Target="/ppt/slideLayouts/slideLayout22.xml" Id="R4a4bbc85a9a248a0" /><Relationship Type="http://schemas.openxmlformats.org/officeDocument/2006/relationships/slideLayout" Target="/ppt/slideLayouts/slideLayout23.xml" Id="R10e78a062b8e4808" /><Relationship Type="http://schemas.openxmlformats.org/officeDocument/2006/relationships/slideLayout" Target="/ppt/slideLayouts/slideLayout24.xml" Id="Re584c48a0c334441" /><Relationship Type="http://schemas.openxmlformats.org/officeDocument/2006/relationships/slideLayout" Target="/ppt/slideLayouts/slideLayout25.xml" Id="R5c929041bda3490f" /><Relationship Type="http://schemas.openxmlformats.org/officeDocument/2006/relationships/slideLayout" Target="/ppt/slideLayouts/slideLayout26.xml" Id="R8239677f8b0a4b4a" /><Relationship Type="http://schemas.openxmlformats.org/officeDocument/2006/relationships/slideLayout" Target="/ppt/slideLayouts/slideLayout27.xml" Id="R05670d7da03a4b9c" /><Relationship Type="http://schemas.openxmlformats.org/officeDocument/2006/relationships/slideLayout" Target="/ppt/slideLayouts/slideLayout28.xml" Id="Rdf1d86ac71544d30" /><Relationship Type="http://schemas.openxmlformats.org/officeDocument/2006/relationships/slideLayout" Target="/ppt/slideLayouts/slideLayout29.xml" Id="Ra6d5bee65a974002" /><Relationship Type="http://schemas.openxmlformats.org/officeDocument/2006/relationships/slideLayout" Target="/ppt/slideLayouts/slideLayout30.xml" Id="R08f10f202bba4694" /><Relationship Type="http://schemas.openxmlformats.org/officeDocument/2006/relationships/slideLayout" Target="/ppt/slideLayouts/slideLayout31.xml" Id="R05cdbfce7dc74c8b" /><Relationship Type="http://schemas.openxmlformats.org/officeDocument/2006/relationships/slideLayout" Target="/ppt/slideLayouts/slideLayout32.xml" Id="Rfac91429e6b14f7f" /><Relationship Type="http://schemas.openxmlformats.org/officeDocument/2006/relationships/slideLayout" Target="/ppt/slideLayouts/slideLayout33.xml" Id="R62d2ffd8104f4f3c" /><Relationship Type="http://schemas.openxmlformats.org/officeDocument/2006/relationships/slideLayout" Target="/ppt/slideLayouts/slideLayout34.xml" Id="Rcd3bd51a26d04286" /><Relationship Type="http://schemas.openxmlformats.org/officeDocument/2006/relationships/slideLayout" Target="/ppt/slideLayouts/slideLayout35.xml" Id="Re8f5eebd7d6840ad" /><Relationship Type="http://schemas.openxmlformats.org/officeDocument/2006/relationships/slideLayout" Target="/ppt/slideLayouts/slideLayout36.xml" Id="R6dc664fadd4f48fb" /><Relationship Type="http://schemas.openxmlformats.org/officeDocument/2006/relationships/slideLayout" Target="/ppt/slideLayouts/slideLayout37.xml" Id="R2f7bc0669eac485c" /><Relationship Type="http://schemas.openxmlformats.org/officeDocument/2006/relationships/slideLayout" Target="/ppt/slideLayouts/slideLayout38.xml" Id="R7d4f2e541573437a" /><Relationship Type="http://schemas.openxmlformats.org/officeDocument/2006/relationships/slideLayout" Target="/ppt/slideLayouts/slideLayout39.xml" Id="R2f5d715f9b7e4461" /><Relationship Type="http://schemas.openxmlformats.org/officeDocument/2006/relationships/slideLayout" Target="/ppt/slideLayouts/slideLayout40.xml" Id="R5b12590932044af1" /><Relationship Type="http://schemas.openxmlformats.org/officeDocument/2006/relationships/slideLayout" Target="/ppt/slideLayouts/slideLayout41.xml" Id="R669879234dc34362" /><Relationship Type="http://schemas.openxmlformats.org/officeDocument/2006/relationships/slideLayout" Target="/ppt/slideLayouts/slideLayout42.xml" Id="R2c8623466c3d4488" /><Relationship Type="http://schemas.openxmlformats.org/officeDocument/2006/relationships/slideLayout" Target="/ppt/slideLayouts/slideLayout43.xml" Id="Raf731ed744a349b9" /><Relationship Type="http://schemas.openxmlformats.org/officeDocument/2006/relationships/slideLayout" Target="/ppt/slideLayouts/slideLayout44.xml" Id="R1a91ebacd1bb4f97" /><Relationship Type="http://schemas.openxmlformats.org/officeDocument/2006/relationships/slideLayout" Target="/ppt/slideLayouts/slideLayout45.xml" Id="Rfa18099b02434b70" /><Relationship Type="http://schemas.openxmlformats.org/officeDocument/2006/relationships/slideLayout" Target="/ppt/slideLayouts/slideLayout46.xml" Id="Rf25e8dc2e2d742cb" /><Relationship Type="http://schemas.openxmlformats.org/officeDocument/2006/relationships/slideLayout" Target="/ppt/slideLayouts/slideLayout47.xml" Id="Rdc9ddae31c214f3c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610e38b240b4e40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54e57483544476c"/>
    <p:sldLayoutId xmlns:r="http://schemas.openxmlformats.org/officeDocument/2006/relationships" id="2147483650" r:id="R673b7cdd49474caf"/>
    <p:sldLayoutId xmlns:r="http://schemas.openxmlformats.org/officeDocument/2006/relationships" id="2147483651" r:id="R9a15288cd165447c"/>
    <p:sldLayoutId xmlns:r="http://schemas.openxmlformats.org/officeDocument/2006/relationships" id="2147483652" r:id="R6d58ba0ab7bd45d1"/>
    <p:sldLayoutId xmlns:r="http://schemas.openxmlformats.org/officeDocument/2006/relationships" id="2147483653" r:id="Rfe2b79c3e1714fcc"/>
    <p:sldLayoutId xmlns:r="http://schemas.openxmlformats.org/officeDocument/2006/relationships" id="2147483654" r:id="R8b06307ea7bf4c04"/>
    <p:sldLayoutId xmlns:r="http://schemas.openxmlformats.org/officeDocument/2006/relationships" id="2147483655" r:id="Rc41ea50266994dbb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11c3b96f87d6425a"/>
    <p:sldLayoutId xmlns:r="http://schemas.openxmlformats.org/officeDocument/2006/relationships" id="2147483658" r:id="R7b49e87917f94faf"/>
    <p:sldLayoutId xmlns:r="http://schemas.openxmlformats.org/officeDocument/2006/relationships" id="2147483659" r:id="Rd726d870f76140ed"/>
    <p:sldLayoutId xmlns:r="http://schemas.openxmlformats.org/officeDocument/2006/relationships" id="2147483660" r:id="R60de51705229486f"/>
    <p:sldLayoutId xmlns:r="http://schemas.openxmlformats.org/officeDocument/2006/relationships" id="2147483661" r:id="Rf9bc15c58bc14794"/>
    <p:sldLayoutId xmlns:r="http://schemas.openxmlformats.org/officeDocument/2006/relationships" id="2147483662" r:id="R7e06298b07eb4614"/>
    <p:sldLayoutId xmlns:r="http://schemas.openxmlformats.org/officeDocument/2006/relationships" id="2147483663" r:id="R8648eadb983c47db"/>
    <p:sldLayoutId xmlns:r="http://schemas.openxmlformats.org/officeDocument/2006/relationships" id="2147483664" r:id="Rbd2148eec7f34459"/>
    <p:sldLayoutId xmlns:r="http://schemas.openxmlformats.org/officeDocument/2006/relationships" id="2147483665" r:id="R0bf326464cf649dd"/>
    <p:sldLayoutId xmlns:r="http://schemas.openxmlformats.org/officeDocument/2006/relationships" id="2147483666" r:id="Rdab915c8f5bf4051"/>
    <p:sldLayoutId xmlns:r="http://schemas.openxmlformats.org/officeDocument/2006/relationships" id="2147483667" r:id="Rb3f32d510f874db6"/>
    <p:sldLayoutId xmlns:r="http://schemas.openxmlformats.org/officeDocument/2006/relationships" id="2147483668" r:id="Rb586fdd8941c4a98"/>
    <p:sldLayoutId xmlns:r="http://schemas.openxmlformats.org/officeDocument/2006/relationships" id="2147483669" r:id="R1151fcec9ba8482c"/>
    <p:sldLayoutId xmlns:r="http://schemas.openxmlformats.org/officeDocument/2006/relationships" id="2147483670" r:id="R2aa3fc673c4a4ee6"/>
    <p:sldLayoutId xmlns:r="http://schemas.openxmlformats.org/officeDocument/2006/relationships" id="2147483671" r:id="R4a4bbc85a9a248a0"/>
    <p:sldLayoutId xmlns:r="http://schemas.openxmlformats.org/officeDocument/2006/relationships" id="2147483672" r:id="R10e78a062b8e4808"/>
    <p:sldLayoutId xmlns:r="http://schemas.openxmlformats.org/officeDocument/2006/relationships" id="2147483673" r:id="Re584c48a0c334441"/>
    <p:sldLayoutId xmlns:r="http://schemas.openxmlformats.org/officeDocument/2006/relationships" id="2147483674" r:id="R5c929041bda3490f"/>
    <p:sldLayoutId xmlns:r="http://schemas.openxmlformats.org/officeDocument/2006/relationships" id="2147483675" r:id="R8239677f8b0a4b4a"/>
    <p:sldLayoutId xmlns:r="http://schemas.openxmlformats.org/officeDocument/2006/relationships" id="2147483676" r:id="R05670d7da03a4b9c"/>
    <p:sldLayoutId xmlns:r="http://schemas.openxmlformats.org/officeDocument/2006/relationships" id="2147483677" r:id="Rdf1d86ac71544d30"/>
    <p:sldLayoutId xmlns:r="http://schemas.openxmlformats.org/officeDocument/2006/relationships" id="2147483678" r:id="Ra6d5bee65a974002"/>
    <p:sldLayoutId xmlns:r="http://schemas.openxmlformats.org/officeDocument/2006/relationships" id="2147483679" r:id="R08f10f202bba4694"/>
    <p:sldLayoutId xmlns:r="http://schemas.openxmlformats.org/officeDocument/2006/relationships" id="2147483680" r:id="R05cdbfce7dc74c8b"/>
    <p:sldLayoutId xmlns:r="http://schemas.openxmlformats.org/officeDocument/2006/relationships" id="2147483681" r:id="Rfac91429e6b14f7f"/>
    <p:sldLayoutId xmlns:r="http://schemas.openxmlformats.org/officeDocument/2006/relationships" id="2147483682" r:id="R62d2ffd8104f4f3c"/>
    <p:sldLayoutId xmlns:r="http://schemas.openxmlformats.org/officeDocument/2006/relationships" id="2147483683" r:id="Rcd3bd51a26d04286"/>
    <p:sldLayoutId xmlns:r="http://schemas.openxmlformats.org/officeDocument/2006/relationships" id="2147483684" r:id="Re8f5eebd7d6840ad"/>
    <p:sldLayoutId xmlns:r="http://schemas.openxmlformats.org/officeDocument/2006/relationships" id="2147483685" r:id="R6dc664fadd4f48fb"/>
    <p:sldLayoutId xmlns:r="http://schemas.openxmlformats.org/officeDocument/2006/relationships" id="2147483686" r:id="R2f7bc0669eac485c"/>
    <p:sldLayoutId xmlns:r="http://schemas.openxmlformats.org/officeDocument/2006/relationships" id="2147483687" r:id="R7d4f2e541573437a"/>
    <p:sldLayoutId xmlns:r="http://schemas.openxmlformats.org/officeDocument/2006/relationships" id="2147483688" r:id="R2f5d715f9b7e4461"/>
    <p:sldLayoutId xmlns:r="http://schemas.openxmlformats.org/officeDocument/2006/relationships" id="2147483689" r:id="R5b12590932044af1"/>
    <p:sldLayoutId xmlns:r="http://schemas.openxmlformats.org/officeDocument/2006/relationships" id="2147483690" r:id="R669879234dc34362"/>
    <p:sldLayoutId xmlns:r="http://schemas.openxmlformats.org/officeDocument/2006/relationships" id="2147483691" r:id="R2c8623466c3d4488"/>
    <p:sldLayoutId xmlns:r="http://schemas.openxmlformats.org/officeDocument/2006/relationships" id="2147483692" r:id="Raf731ed744a349b9"/>
    <p:sldLayoutId xmlns:r="http://schemas.openxmlformats.org/officeDocument/2006/relationships" id="2147483693" r:id="R1a91ebacd1bb4f97"/>
    <p:sldLayoutId xmlns:r="http://schemas.openxmlformats.org/officeDocument/2006/relationships" id="2147483694" r:id="Rfa18099b02434b70"/>
    <p:sldLayoutId xmlns:r="http://schemas.openxmlformats.org/officeDocument/2006/relationships" id="2147483695" r:id="Rf25e8dc2e2d742cb"/>
    <p:sldLayoutId xmlns:r="http://schemas.openxmlformats.org/officeDocument/2006/relationships" id="2147483696" r:id="Rdc9ddae31c214f3c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Tema_nueva_marca_16:9">
  <a:themeElements>
    <a:clrScheme name="Personalizado 1">
      <a:dk1>
        <a:srgbClr val="53565A"/>
      </a:dk1>
      <a:lt1>
        <a:srgbClr val="FFFFFF"/>
      </a:lt1>
      <a:dk2>
        <a:srgbClr val="53565A"/>
      </a:dk2>
      <a:lt2>
        <a:srgbClr val="FFFFFF"/>
      </a:lt2>
      <a:accent1>
        <a:srgbClr val="FFB8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onalizado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Personalizados 2">
      <a:dk1>
        <a:srgbClr val="000000"/>
      </a:dk1>
      <a:lt1>
        <a:srgbClr val="FFFFFF"/>
      </a:lt1>
      <a:dk2>
        <a:srgbClr val="481D86"/>
      </a:dk2>
      <a:lt2>
        <a:srgbClr val="E7E6E6"/>
      </a:lt2>
      <a:accent1>
        <a:srgbClr val="C3167C"/>
      </a:accent1>
      <a:accent2>
        <a:srgbClr val="481D86"/>
      </a:accent2>
      <a:accent3>
        <a:srgbClr val="A5A5A5"/>
      </a:accent3>
      <a:accent4>
        <a:srgbClr val="7E7F7E"/>
      </a:accent4>
      <a:accent5>
        <a:srgbClr val="6400A1"/>
      </a:accent5>
      <a:accent6>
        <a:srgbClr val="585958"/>
      </a:accent6>
      <a:hlink>
        <a:srgbClr val="D8D9D8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onalizados 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27f178f524fd9" /><Relationship Type="http://schemas.openxmlformats.org/officeDocument/2006/relationships/image" Target="/ppt/media/image.jpeg" Id="Rdf9549f6afbb409b" /><Relationship Type="http://schemas.openxmlformats.org/officeDocument/2006/relationships/notesSlide" Target="/ppt/notesSlides/notesSlide1.xml" Id="R2f82f1f4e79f42b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8869f5b5e8d4612" /><Relationship Type="http://schemas.openxmlformats.org/officeDocument/2006/relationships/image" Target="/ppt/media/image2.png" Id="R003d2525422841cd" /><Relationship Type="http://schemas.openxmlformats.org/officeDocument/2006/relationships/hyperlink" Target="https://github.com/ssillerom/clase_mlops_mlflow" TargetMode="External" Id="Rdce25903b182477d" /><Relationship Type="http://schemas.openxmlformats.org/officeDocument/2006/relationships/image" Target="/ppt/media/image3.png" Id="Ra02a9b1408dc4769" /><Relationship Type="http://schemas.openxmlformats.org/officeDocument/2006/relationships/hyperlink" Target="https://www.databricks.com/try-databricks#account" TargetMode="External" Id="R8746e1da546448f5" /><Relationship Type="http://schemas.openxmlformats.org/officeDocument/2006/relationships/notesSlide" Target="/ppt/notesSlides/notesSlide2.xml" Id="Rdf686667292640a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162e22be994eb3" /><Relationship Type="http://schemas.openxmlformats.org/officeDocument/2006/relationships/image" Target="/ppt/media/image4.png" Id="R5afa2ea77f2346bb" /><Relationship Type="http://schemas.openxmlformats.org/officeDocument/2006/relationships/notesSlide" Target="/ppt/notesSlides/notesSlide3.xml" Id="R82155d255ddc4f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f686103cd0473c" /><Relationship Type="http://schemas.openxmlformats.org/officeDocument/2006/relationships/image" Target="/ppt/media/image5.png" Id="R320dc021e3e34c70" /><Relationship Type="http://schemas.openxmlformats.org/officeDocument/2006/relationships/notesSlide" Target="/ppt/notesSlides/notesSlide4.xml" Id="R3d1418496e2a4c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302f4febd2434b" /><Relationship Type="http://schemas.openxmlformats.org/officeDocument/2006/relationships/image" Target="/ppt/media/image2.png" Id="R8db9e5166fb74e4c" /><Relationship Type="http://schemas.openxmlformats.org/officeDocument/2006/relationships/hyperlink" Target="https://github.com/ssillerom/clase_mlops_mlflow" TargetMode="External" Id="R8454042662384fd2" /><Relationship Type="http://schemas.openxmlformats.org/officeDocument/2006/relationships/image" Target="/ppt/media/image3.png" Id="R5bd7b45a6edc4cee" /><Relationship Type="http://schemas.openxmlformats.org/officeDocument/2006/relationships/hyperlink" Target="https://www.databricks.com/try-databricks#account" TargetMode="External" Id="R510e6bbede05497f" /><Relationship Type="http://schemas.openxmlformats.org/officeDocument/2006/relationships/notesSlide" Target="/ppt/notesSlides/notesSlide5.xml" Id="R0c57f00c8a4d41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9cf00e40814a49" /><Relationship Type="http://schemas.openxmlformats.org/officeDocument/2006/relationships/image" Target="/ppt/media/image2.png" Id="Re915ec1dad4a4ccd" /><Relationship Type="http://schemas.openxmlformats.org/officeDocument/2006/relationships/hyperlink" Target="https://github.com/ssillerom/clase_mlops_mlflow" TargetMode="External" Id="R14b01b61f3944eda" /><Relationship Type="http://schemas.openxmlformats.org/officeDocument/2006/relationships/image" Target="/ppt/media/image3.png" Id="Ra8307fc32bf64d0e" /><Relationship Type="http://schemas.openxmlformats.org/officeDocument/2006/relationships/hyperlink" Target="https://www.databricks.com/try-databricks#account" TargetMode="External" Id="R9b84f5fc45c64798" /><Relationship Type="http://schemas.openxmlformats.org/officeDocument/2006/relationships/notesSlide" Target="/ppt/notesSlides/notesSlide6.xml" Id="R1b3ea1bd487a454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7d2cb2eb4e4d67" /><Relationship Type="http://schemas.openxmlformats.org/officeDocument/2006/relationships/image" Target="/ppt/media/image4.png" Id="Rc6500ac54fc04094" /><Relationship Type="http://schemas.openxmlformats.org/officeDocument/2006/relationships/notesSlide" Target="/ppt/notesSlides/notesSlide7.xml" Id="R8ae98997417247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14bf6b1910a47f5" /><Relationship Type="http://schemas.openxmlformats.org/officeDocument/2006/relationships/image" Target="/ppt/media/image2.png" Id="R390c2dfb55d94445" /><Relationship Type="http://schemas.openxmlformats.org/officeDocument/2006/relationships/hyperlink" Target="https://github.com/ssillerom/clase_mlops_mlflow" TargetMode="External" Id="Rb0571bc5fbc94301" /><Relationship Type="http://schemas.openxmlformats.org/officeDocument/2006/relationships/image" Target="/ppt/media/image3.png" Id="Rbe5dbac211d04f2e" /><Relationship Type="http://schemas.openxmlformats.org/officeDocument/2006/relationships/hyperlink" Target="https://www.databricks.com/try-databricks#account" TargetMode="External" Id="R7497addaac27414f" /><Relationship Type="http://schemas.openxmlformats.org/officeDocument/2006/relationships/notesSlide" Target="/ppt/notesSlides/notesSlide8.xml" Id="R8c370bed430349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d742ce87e2448b" /><Relationship Type="http://schemas.openxmlformats.org/officeDocument/2006/relationships/image" Target="/ppt/media/image4.png" Id="R01b4dfc365ba4bdd" /><Relationship Type="http://schemas.openxmlformats.org/officeDocument/2006/relationships/notesSlide" Target="/ppt/notesSlides/notesSlide9.xml" Id="R81a3110e319a42e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92e92fd17474371" /><Relationship Type="http://schemas.openxmlformats.org/officeDocument/2006/relationships/image" Target="/ppt/media/image2.png" Id="R7a4c04c46af34ed9" /><Relationship Type="http://schemas.openxmlformats.org/officeDocument/2006/relationships/hyperlink" Target="https://github.com/ssillerom/clase_mlops_mlflow" TargetMode="External" Id="R137eab7834994586" /><Relationship Type="http://schemas.openxmlformats.org/officeDocument/2006/relationships/image" Target="/ppt/media/image3.png" Id="R69e5d0cf189647b1" /><Relationship Type="http://schemas.openxmlformats.org/officeDocument/2006/relationships/hyperlink" Target="https://www.databricks.com/try-databricks#account" TargetMode="External" Id="R312fbb8fd9e348cb" /><Relationship Type="http://schemas.openxmlformats.org/officeDocument/2006/relationships/notesSlide" Target="/ppt/notesSlides/notesSlide10.xml" Id="R5015afda56fd46e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432dc60fcfa4a6d" /><Relationship Type="http://schemas.openxmlformats.org/officeDocument/2006/relationships/image" Target="/ppt/media/image2.png" Id="Rf7c7dada16d6445f" /><Relationship Type="http://schemas.openxmlformats.org/officeDocument/2006/relationships/hyperlink" Target="https://github.com/ssillerom/clase_mlops_mlflow" TargetMode="External" Id="R30fa34bd856a4be2" /><Relationship Type="http://schemas.openxmlformats.org/officeDocument/2006/relationships/image" Target="/ppt/media/image3.png" Id="R6a7b22ddaf0a4d8b" /><Relationship Type="http://schemas.openxmlformats.org/officeDocument/2006/relationships/hyperlink" Target="https://www.databricks.com/try-databricks#account" TargetMode="External" Id="Re36b1146a25e4c92" /><Relationship Type="http://schemas.openxmlformats.org/officeDocument/2006/relationships/notesSlide" Target="/ppt/notesSlides/notesSlide11.xml" Id="R6eb3083f23d743f7" /></Relationships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f9549f6afbb409b">
            <a:alphaModFix/>
          </a:blip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Google Shape;172;p50">
            <a:extLst xmlns:a="http://schemas.openxmlformats.org/drawingml/2006/main">
              <a:ext uri="{FF2B5EF4-FFF2-40B4-BE49-F238E27FC236}">
                <a16:creationId xmlns:a16="http://schemas.microsoft.com/office/drawing/2014/main" id="{CCA2707C-5525-4B35-A3C8-82C619035B5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181600" y="613187"/>
            <a:ext cx="6531863" cy="35715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B729"/>
              </a:buClr>
              <a:buSzPts val="6000"/>
              <a:buFont typeface="Poppins"/>
              <a:buNone/>
            </a:pPr>
            <a:r>
              <a:rPr sz="6000" b="1">
                <a:solidFill>
                  <a:srgbClr val="53565A"/>
                </a:solidFill>
              </a:rPr>
              <a:t>Semana 3</a:t>
            </a:r>
            <a:endParaRPr sz="6000" b="1" i="0" u="none" cap="none">
              <a:solidFill>
                <a:srgbClr val="53565A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6B729"/>
              </a:buClr>
              <a:buSzPts val="6000"/>
              <a:buFont typeface="Poppins"/>
              <a:buNone/>
            </a:pPr>
            <a:r>
              <a:rPr sz="6000" b="1">
                <a:solidFill>
                  <a:srgbClr val="53565A"/>
                </a:solidFill>
              </a:rPr>
              <a:t>Clase 1</a:t>
            </a:r>
            <a:endParaRPr sz="6000" b="1" i="0" u="none" cap="none">
              <a:solidFill>
                <a:srgbClr val="53565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Google Shape;173;p50">
            <a:extLst xmlns:a="http://schemas.openxmlformats.org/drawingml/2006/main">
              <a:ext uri="{FF2B5EF4-FFF2-40B4-BE49-F238E27FC236}">
                <a16:creationId xmlns:a16="http://schemas.microsoft.com/office/drawing/2014/main" id="{3E8CA5AD-1427-48EF-9B24-9CC80C76372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513250" y="4979425"/>
            <a:ext cx="6022200" cy="109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78727" lnSpcReduction="20000"/>
          </a:bodyPr>
          <a:lstStyle xmlns:a="http://schemas.openxmlformats.org/drawingml/2006/main"/>
          <a:p xmlns:a="http://schemas.openxmlformats.org/drawingml/2006/main">
            <a:pPr marL="17780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sz="2800">
                <a:solidFill>
                  <a:schemeClr val="lt1"/>
                </a:solidFill>
              </a:rPr>
              <a:t>Inferencia, preprocesado y contratos</a:t>
            </a:r>
            <a:endParaRPr sz="2800">
              <a:solidFill>
                <a:schemeClr val="lt1"/>
              </a:solidFill>
            </a:endParaRPr>
          </a:p>
          <a:p xmlns:a="http://schemas.openxmlformats.org/drawingml/2006/main">
            <a:pPr marL="17780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sz="2800">
              <a:solidFill>
                <a:schemeClr val="lt1"/>
              </a:solidFill>
            </a:endParaRPr>
          </a:p>
          <a:p xmlns:a="http://schemas.openxmlformats.org/drawingml/2006/main">
            <a:pPr marL="17780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sz="2800">
                <a:solidFill>
                  <a:schemeClr val="lt1"/>
                </a:solidFill>
              </a:rPr>
              <a:t>Operación de Modelos · MUIAAp 2026/2027</a:t>
            </a:r>
            <a:endParaRPr sz="2800">
              <a:solidFill>
                <a:schemeClr val="l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76856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Google Shape;213;p52">
            <a:extLst xmlns:a="http://schemas.openxmlformats.org/drawingml/2006/main">
              <a:ext uri="{FF2B5EF4-FFF2-40B4-BE49-F238E27FC236}">
                <a16:creationId xmlns:a16="http://schemas.microsoft.com/office/drawing/2014/main" id="{2C264436-9155-4647-A0B3-2C05AC9F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29" y="804246"/>
            <a:ext cx="5943600" cy="10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sz="32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Resultado y recorrido</a:t>
            </a:r>
            <a:endParaRPr sz="3200" b="1" i="0" u="none" cap="none">
              <a:solidFill>
                <a:srgbClr val="3F3F3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4" name="Google Shape;214;p52">
            <a:extLst xmlns:a="http://schemas.openxmlformats.org/drawingml/2006/main">
              <a:ext uri="{FF2B5EF4-FFF2-40B4-BE49-F238E27FC236}">
                <a16:creationId xmlns:a16="http://schemas.microsoft.com/office/drawing/2014/main" id="{2DFFD8D0-DCDD-4812-B2AC-BD2D8CFD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33625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5" name="Google Shape;215;p52">
            <a:extLst xmlns:a="http://schemas.openxmlformats.org/drawingml/2006/main">
              <a:ext uri="{FF2B5EF4-FFF2-40B4-BE49-F238E27FC236}">
                <a16:creationId xmlns:a16="http://schemas.microsoft.com/office/drawing/2014/main" id="{30942A79-8774-4BA2-9DD2-84A89E31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101" y="2024650"/>
            <a:ext cx="40053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Poppins"/>
              <a:buAutoNum type="arabicPeriod"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1. Ruta estable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Google Shape;216;p52">
            <a:extLst xmlns:a="http://schemas.openxmlformats.org/drawingml/2006/main">
              <a:ext uri="{FF2B5EF4-FFF2-40B4-BE49-F238E27FC236}">
                <a16:creationId xmlns:a16="http://schemas.microsoft.com/office/drawing/2014/main" id="{D599AA88-E1FA-4960-8B22-E840FAE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098" y="2481675"/>
            <a:ext cx="37521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Una petición debe recorrer pasos conocidos hasta convertirse en predicción.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Google Shape;217;p52">
            <a:extLst xmlns:a="http://schemas.openxmlformats.org/drawingml/2006/main">
              <a:ext uri="{FF2B5EF4-FFF2-40B4-BE49-F238E27FC236}">
                <a16:creationId xmlns:a16="http://schemas.microsoft.com/office/drawing/2014/main" id="{BA8EA2FE-8B62-4A07-9F08-576E5DDB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4747824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8" name="Google Shape;218;p52">
            <a:extLst xmlns:a="http://schemas.openxmlformats.org/drawingml/2006/main">
              <a:ext uri="{FF2B5EF4-FFF2-40B4-BE49-F238E27FC236}">
                <a16:creationId xmlns:a16="http://schemas.microsoft.com/office/drawing/2014/main" id="{7C711C10-D857-4FF8-B98F-43E60E5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21" y="4629975"/>
            <a:ext cx="25449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3. Contrato de E/S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Google Shape;219;p52">
            <a:extLst xmlns:a="http://schemas.openxmlformats.org/drawingml/2006/main">
              <a:ext uri="{FF2B5EF4-FFF2-40B4-BE49-F238E27FC236}">
                <a16:creationId xmlns:a16="http://schemas.microsoft.com/office/drawing/2014/main" id="{8DAACFCD-FE70-4D3D-BC05-AF0C35D3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5159517"/>
            <a:ext cx="3126900" cy="26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7F7F7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0" name="Google Shape;220;p52">
            <a:extLst xmlns:a="http://schemas.openxmlformats.org/drawingml/2006/main">
              <a:ext uri="{FF2B5EF4-FFF2-40B4-BE49-F238E27FC236}">
                <a16:creationId xmlns:a16="http://schemas.microsoft.com/office/drawing/2014/main" id="{2459D8FC-6553-4258-A274-B83A260F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710" y="0"/>
            <a:ext cx="127200" cy="782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dk2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39" name="Google Shape;221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3d2525422841c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1700" y="2818208"/>
            <a:ext cx="2662948" cy="1497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2" name="Google Shape;222;p52">
            <a:extLst xmlns:a="http://schemas.openxmlformats.org/drawingml/2006/main">
              <a:ext uri="{FF2B5EF4-FFF2-40B4-BE49-F238E27FC236}">
                <a16:creationId xmlns:a16="http://schemas.microsoft.com/office/drawing/2014/main" id="{83456E92-017D-49B6-9C5A-035B45D0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38" y="443695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dk2"/>
                </a:solidFill>
                <a:hlinkClick xmlns:r="http://schemas.openxmlformats.org/officeDocument/2006/relationships" r:id="Rdce25903b182477d"/>
              </a:rPr>
              <a:t>CUADERNO</a:t>
            </a:r>
            <a:endParaRPr sz="1500" b="1">
              <a:solidFill>
                <a:schemeClr val="dk2"/>
              </a:solidFill>
            </a:endParaRPr>
          </a:p>
        </p:txBody>
      </p:sp>
      <p:sp>
        <p:nvSpPr>
          <p:cNvPr id="223" name="Google Shape;223;p52">
            <a:extLst xmlns:a="http://schemas.openxmlformats.org/drawingml/2006/main">
              <a:ext uri="{FF2B5EF4-FFF2-40B4-BE49-F238E27FC236}">
                <a16:creationId xmlns:a16="http://schemas.microsoft.com/office/drawing/2014/main" id="{6E8B72C9-7BB2-4238-AF76-C6AA2DEA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22213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4" name="Google Shape;224;p52">
            <a:extLst xmlns:a="http://schemas.openxmlformats.org/drawingml/2006/main">
              <a:ext uri="{FF2B5EF4-FFF2-40B4-BE49-F238E27FC236}">
                <a16:creationId xmlns:a16="http://schemas.microsoft.com/office/drawing/2014/main" id="{9D480060-A937-4ECF-92B5-E8291E39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3662574"/>
            <a:ext cx="33345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La transformación de entrenamiento se repite antes de decidir.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Google Shape;225;p52">
            <a:extLst xmlns:a="http://schemas.openxmlformats.org/drawingml/2006/main">
              <a:ext uri="{FF2B5EF4-FFF2-40B4-BE49-F238E27FC236}">
                <a16:creationId xmlns:a16="http://schemas.microsoft.com/office/drawing/2014/main" id="{20C15416-555F-43A1-81FA-75A7AE13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98" y="3264708"/>
            <a:ext cx="3752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2. Preprocesado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Google Shape;226;p52">
            <a:extLst xmlns:a="http://schemas.openxmlformats.org/drawingml/2006/main">
              <a:ext uri="{FF2B5EF4-FFF2-40B4-BE49-F238E27FC236}">
                <a16:creationId xmlns:a16="http://schemas.microsoft.com/office/drawing/2014/main" id="{9D630630-96E7-460E-9D74-C3A7A59E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800" y="5057107"/>
            <a:ext cx="3334500" cy="568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Formato, tipos, rangos y respuesta esperada quedan explícitos.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5" name="Google Shape;227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a9b1408dc476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6117" y="2748442"/>
            <a:ext cx="2853144" cy="14979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8" name="Google Shape;228;p52">
            <a:extLst xmlns:a="http://schemas.openxmlformats.org/drawingml/2006/main">
              <a:ext uri="{FF2B5EF4-FFF2-40B4-BE49-F238E27FC236}">
                <a16:creationId xmlns:a16="http://schemas.microsoft.com/office/drawing/2014/main" id="{A0F69BB4-7724-45AA-BEF3-987C4A6C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088" y="436720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accent5"/>
                </a:solidFill>
                <a:hlinkClick xmlns:r="http://schemas.openxmlformats.org/officeDocument/2006/relationships" r:id="R8746e1da546448f5"/>
              </a:rPr>
              <a:t>DEMO LOCAL</a:t>
            </a:r>
            <a:endParaRPr sz="15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56537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8" name="Google Shape;233;p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fa2ea77f2346b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393673" cy="73051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4" name="Google Shape;234;p53">
            <a:extLst xmlns:a="http://schemas.openxmlformats.org/drawingml/2006/main">
              <a:ext uri="{FF2B5EF4-FFF2-40B4-BE49-F238E27FC236}">
                <a16:creationId xmlns:a16="http://schemas.microsoft.com/office/drawing/2014/main" id="{6236EF39-8725-4BB0-A81E-5E6A8D37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648" y="4880925"/>
            <a:ext cx="3752100" cy="806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Un modelo entrenado se convierte en una ruta de decisión que debe responder siempre de forma predecible.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5" name="Google Shape;235;p53">
            <a:extLst xmlns:a="http://schemas.openxmlformats.org/drawingml/2006/main">
              <a:ext uri="{FF2B5EF4-FFF2-40B4-BE49-F238E27FC236}">
                <a16:creationId xmlns:a16="http://schemas.microsoft.com/office/drawing/2014/main" id="{8C4FED0A-0CAA-4600-B825-4E72F317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003" y="641218"/>
            <a:ext cx="2111400" cy="24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0"/>
              <a:buFont typeface="Poppins Thin"/>
              <a:buNone/>
            </a:pPr>
            <a:r>
              <a:rPr sz="15000" b="0" i="0" u="none" cap="none">
                <a:solidFill>
                  <a:srgbClr val="424242"/>
                </a:solidFill>
                <a:latin typeface="Poppins Thin"/>
                <a:ea typeface="Poppins Thin"/>
                <a:cs typeface="Poppins Thin"/>
              </a:rPr>
              <a:t>01.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Google Shape;236;p53">
            <a:extLst xmlns:a="http://schemas.openxmlformats.org/drawingml/2006/main">
              <a:ext uri="{FF2B5EF4-FFF2-40B4-BE49-F238E27FC236}">
                <a16:creationId xmlns:a16="http://schemas.microsoft.com/office/drawing/2014/main" id="{90EDA514-4442-4C46-A5B1-63A2BCB5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00" y="3041225"/>
            <a:ext cx="5814900" cy="15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1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Inferencia</a:t>
            </a:r>
            <a:endParaRPr sz="1400" b="0" i="0" u="none" cap="none">
              <a:solidFill>
                <a:schemeClr val="accent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50193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1" name="Google Shape;241;p54">
            <a:extLst xmlns:a="http://schemas.openxmlformats.org/drawingml/2006/main">
              <a:ext uri="{FF2B5EF4-FFF2-40B4-BE49-F238E27FC236}">
                <a16:creationId xmlns:a16="http://schemas.microsoft.com/office/drawing/2014/main" id="{39856197-D48A-40EF-9109-577AAECA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150" y="915175"/>
            <a:ext cx="7292700" cy="58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sz="32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La ruta de inferencia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dc021e3e34c70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flipH="0" flipV="0">
            <a:off x="2885225" y="1586951"/>
            <a:ext cx="7064550" cy="396829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693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Google Shape;213;p52">
            <a:extLst xmlns:a="http://schemas.openxmlformats.org/drawingml/2006/main">
              <a:ext uri="{FF2B5EF4-FFF2-40B4-BE49-F238E27FC236}">
                <a16:creationId xmlns:a16="http://schemas.microsoft.com/office/drawing/2014/main" id="{2C264436-9155-4647-A0B3-2C05AC9F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29" y="804246"/>
            <a:ext cx="5943600" cy="10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sz="32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Tres piezas de la ruta</a:t>
            </a:r>
            <a:endParaRPr sz="3200" b="1" i="0" u="none" cap="none">
              <a:solidFill>
                <a:srgbClr val="3F3F3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4" name="Google Shape;214;p52">
            <a:extLst xmlns:a="http://schemas.openxmlformats.org/drawingml/2006/main">
              <a:ext uri="{FF2B5EF4-FFF2-40B4-BE49-F238E27FC236}">
                <a16:creationId xmlns:a16="http://schemas.microsoft.com/office/drawing/2014/main" id="{2DFFD8D0-DCDD-4812-B2AC-BD2D8CFD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33625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5" name="Google Shape;215;p52">
            <a:extLst xmlns:a="http://schemas.openxmlformats.org/drawingml/2006/main">
              <a:ext uri="{FF2B5EF4-FFF2-40B4-BE49-F238E27FC236}">
                <a16:creationId xmlns:a16="http://schemas.microsoft.com/office/drawing/2014/main" id="{30942A79-8774-4BA2-9DD2-84A89E31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101" y="2024650"/>
            <a:ext cx="40053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Poppins"/>
              <a:buAutoNum type="arabicPeriod"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Entrada válida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Google Shape;216;p52">
            <a:extLst xmlns:a="http://schemas.openxmlformats.org/drawingml/2006/main">
              <a:ext uri="{FF2B5EF4-FFF2-40B4-BE49-F238E27FC236}">
                <a16:creationId xmlns:a16="http://schemas.microsoft.com/office/drawing/2014/main" id="{D599AA88-E1FA-4960-8B22-E840FAE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098" y="2481675"/>
            <a:ext cx="37521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Nombres, tipos, unidades y valores ausentes se conocen antes de predecir.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Google Shape;217;p52">
            <a:extLst xmlns:a="http://schemas.openxmlformats.org/drawingml/2006/main">
              <a:ext uri="{FF2B5EF4-FFF2-40B4-BE49-F238E27FC236}">
                <a16:creationId xmlns:a16="http://schemas.microsoft.com/office/drawing/2014/main" id="{BA8EA2FE-8B62-4A07-9F08-576E5DDB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4747824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8" name="Google Shape;218;p52">
            <a:extLst xmlns:a="http://schemas.openxmlformats.org/drawingml/2006/main">
              <a:ext uri="{FF2B5EF4-FFF2-40B4-BE49-F238E27FC236}">
                <a16:creationId xmlns:a16="http://schemas.microsoft.com/office/drawing/2014/main" id="{7C711C10-D857-4FF8-B98F-43E60E5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21" y="4629975"/>
            <a:ext cx="25449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Predicción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Google Shape;219;p52">
            <a:extLst xmlns:a="http://schemas.openxmlformats.org/drawingml/2006/main">
              <a:ext uri="{FF2B5EF4-FFF2-40B4-BE49-F238E27FC236}">
                <a16:creationId xmlns:a16="http://schemas.microsoft.com/office/drawing/2014/main" id="{8DAACFCD-FE70-4D3D-BC05-AF0C35D3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5159517"/>
            <a:ext cx="3126900" cy="26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7F7F7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0" name="Google Shape;220;p52">
            <a:extLst xmlns:a="http://schemas.openxmlformats.org/drawingml/2006/main">
              <a:ext uri="{FF2B5EF4-FFF2-40B4-BE49-F238E27FC236}">
                <a16:creationId xmlns:a16="http://schemas.microsoft.com/office/drawing/2014/main" id="{2459D8FC-6553-4258-A274-B83A260F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710" y="0"/>
            <a:ext cx="127200" cy="782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dk2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39" name="Google Shape;221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b9e5166fb74e4c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1700" y="2818208"/>
            <a:ext cx="2662948" cy="1497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2" name="Google Shape;222;p52">
            <a:extLst xmlns:a="http://schemas.openxmlformats.org/drawingml/2006/main">
              <a:ext uri="{FF2B5EF4-FFF2-40B4-BE49-F238E27FC236}">
                <a16:creationId xmlns:a16="http://schemas.microsoft.com/office/drawing/2014/main" id="{83456E92-017D-49B6-9C5A-035B45D0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38" y="443695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dk2"/>
                </a:solidFill>
                <a:hlinkClick xmlns:r="http://schemas.openxmlformats.org/officeDocument/2006/relationships" r:id="R8454042662384fd2"/>
              </a:rPr>
              <a:t>ENTRADA</a:t>
            </a:r>
            <a:endParaRPr sz="1500" b="1">
              <a:solidFill>
                <a:schemeClr val="dk2"/>
              </a:solidFill>
            </a:endParaRPr>
          </a:p>
        </p:txBody>
      </p:sp>
      <p:sp>
        <p:nvSpPr>
          <p:cNvPr id="223" name="Google Shape;223;p52">
            <a:extLst xmlns:a="http://schemas.openxmlformats.org/drawingml/2006/main">
              <a:ext uri="{FF2B5EF4-FFF2-40B4-BE49-F238E27FC236}">
                <a16:creationId xmlns:a16="http://schemas.microsoft.com/office/drawing/2014/main" id="{6E8B72C9-7BB2-4238-AF76-C6AA2DEA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22213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4" name="Google Shape;224;p52">
            <a:extLst xmlns:a="http://schemas.openxmlformats.org/drawingml/2006/main">
              <a:ext uri="{FF2B5EF4-FFF2-40B4-BE49-F238E27FC236}">
                <a16:creationId xmlns:a16="http://schemas.microsoft.com/office/drawing/2014/main" id="{9D480060-A937-4ECF-92B5-E8291E39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3662574"/>
            <a:ext cx="33345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Se aplican solo los pasos previstos y en el mismo orden.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Google Shape;225;p52">
            <a:extLst xmlns:a="http://schemas.openxmlformats.org/drawingml/2006/main">
              <a:ext uri="{FF2B5EF4-FFF2-40B4-BE49-F238E27FC236}">
                <a16:creationId xmlns:a16="http://schemas.microsoft.com/office/drawing/2014/main" id="{20C15416-555F-43A1-81FA-75A7AE13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98" y="3264708"/>
            <a:ext cx="3752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Transformación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Google Shape;226;p52">
            <a:extLst xmlns:a="http://schemas.openxmlformats.org/drawingml/2006/main">
              <a:ext uri="{FF2B5EF4-FFF2-40B4-BE49-F238E27FC236}">
                <a16:creationId xmlns:a16="http://schemas.microsoft.com/office/drawing/2014/main" id="{9D630630-96E7-460E-9D74-C3A7A59E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800" y="5057107"/>
            <a:ext cx="3334500" cy="568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La salida tiene formato, unidades y significado definidos.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5" name="Google Shape;227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7b45a6edc4ce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6117" y="2748442"/>
            <a:ext cx="2853144" cy="14979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8" name="Google Shape;228;p52">
            <a:extLst xmlns:a="http://schemas.openxmlformats.org/drawingml/2006/main">
              <a:ext uri="{FF2B5EF4-FFF2-40B4-BE49-F238E27FC236}">
                <a16:creationId xmlns:a16="http://schemas.microsoft.com/office/drawing/2014/main" id="{A0F69BB4-7724-45AA-BEF3-987C4A6C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088" y="436720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accent5"/>
                </a:solidFill>
                <a:hlinkClick xmlns:r="http://schemas.openxmlformats.org/officeDocument/2006/relationships" r:id="R510e6bbede05497f"/>
              </a:rPr>
              <a:t>SALIDA</a:t>
            </a:r>
            <a:endParaRPr sz="15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56537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Google Shape;213;p52">
            <a:extLst xmlns:a="http://schemas.openxmlformats.org/drawingml/2006/main">
              <a:ext uri="{FF2B5EF4-FFF2-40B4-BE49-F238E27FC236}">
                <a16:creationId xmlns:a16="http://schemas.microsoft.com/office/drawing/2014/main" id="{2C264436-9155-4647-A0B3-2C05AC9F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29" y="804246"/>
            <a:ext cx="5943600" cy="10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sz="32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El contrato evita supuestos ocultos</a:t>
            </a:r>
            <a:endParaRPr sz="3200" b="1" i="0" u="none" cap="none">
              <a:solidFill>
                <a:srgbClr val="3F3F3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4" name="Google Shape;214;p52">
            <a:extLst xmlns:a="http://schemas.openxmlformats.org/drawingml/2006/main">
              <a:ext uri="{FF2B5EF4-FFF2-40B4-BE49-F238E27FC236}">
                <a16:creationId xmlns:a16="http://schemas.microsoft.com/office/drawing/2014/main" id="{2DFFD8D0-DCDD-4812-B2AC-BD2D8CFD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33625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5" name="Google Shape;215;p52">
            <a:extLst xmlns:a="http://schemas.openxmlformats.org/drawingml/2006/main">
              <a:ext uri="{FF2B5EF4-FFF2-40B4-BE49-F238E27FC236}">
                <a16:creationId xmlns:a16="http://schemas.microsoft.com/office/drawing/2014/main" id="{30942A79-8774-4BA2-9DD2-84A89E31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101" y="2024650"/>
            <a:ext cx="40053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Poppins"/>
              <a:buAutoNum type="arabicPeriod"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Entrada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Google Shape;216;p52">
            <a:extLst xmlns:a="http://schemas.openxmlformats.org/drawingml/2006/main">
              <a:ext uri="{FF2B5EF4-FFF2-40B4-BE49-F238E27FC236}">
                <a16:creationId xmlns:a16="http://schemas.microsoft.com/office/drawing/2014/main" id="{D599AA88-E1FA-4960-8B22-E840FAE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098" y="2481675"/>
            <a:ext cx="37521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Campos, tipos, valores permitidos y tratamiento de datos ausentes.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Google Shape;217;p52">
            <a:extLst xmlns:a="http://schemas.openxmlformats.org/drawingml/2006/main">
              <a:ext uri="{FF2B5EF4-FFF2-40B4-BE49-F238E27FC236}">
                <a16:creationId xmlns:a16="http://schemas.microsoft.com/office/drawing/2014/main" id="{BA8EA2FE-8B62-4A07-9F08-576E5DDB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4747824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8" name="Google Shape;218;p52">
            <a:extLst xmlns:a="http://schemas.openxmlformats.org/drawingml/2006/main">
              <a:ext uri="{FF2B5EF4-FFF2-40B4-BE49-F238E27FC236}">
                <a16:creationId xmlns:a16="http://schemas.microsoft.com/office/drawing/2014/main" id="{7C711C10-D857-4FF8-B98F-43E60E5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21" y="4629975"/>
            <a:ext cx="25449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Salida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Google Shape;219;p52">
            <a:extLst xmlns:a="http://schemas.openxmlformats.org/drawingml/2006/main">
              <a:ext uri="{FF2B5EF4-FFF2-40B4-BE49-F238E27FC236}">
                <a16:creationId xmlns:a16="http://schemas.microsoft.com/office/drawing/2014/main" id="{8DAACFCD-FE70-4D3D-BC05-AF0C35D3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5159517"/>
            <a:ext cx="3126900" cy="26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7F7F7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0" name="Google Shape;220;p52">
            <a:extLst xmlns:a="http://schemas.openxmlformats.org/drawingml/2006/main">
              <a:ext uri="{FF2B5EF4-FFF2-40B4-BE49-F238E27FC236}">
                <a16:creationId xmlns:a16="http://schemas.microsoft.com/office/drawing/2014/main" id="{2459D8FC-6553-4258-A274-B83A260F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710" y="0"/>
            <a:ext cx="127200" cy="782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dk2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39" name="Google Shape;221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5ec1dad4a4cc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1700" y="2818208"/>
            <a:ext cx="2662948" cy="1497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2" name="Google Shape;222;p52">
            <a:extLst xmlns:a="http://schemas.openxmlformats.org/drawingml/2006/main">
              <a:ext uri="{FF2B5EF4-FFF2-40B4-BE49-F238E27FC236}">
                <a16:creationId xmlns:a16="http://schemas.microsoft.com/office/drawing/2014/main" id="{83456E92-017D-49B6-9C5A-035B45D0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38" y="443695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dk2"/>
                </a:solidFill>
                <a:hlinkClick xmlns:r="http://schemas.openxmlformats.org/officeDocument/2006/relationships" r:id="R14b01b61f3944eda"/>
              </a:rPr>
              <a:t>ESQUEMA</a:t>
            </a:r>
            <a:endParaRPr sz="1500" b="1">
              <a:solidFill>
                <a:schemeClr val="dk2"/>
              </a:solidFill>
            </a:endParaRPr>
          </a:p>
        </p:txBody>
      </p:sp>
      <p:sp>
        <p:nvSpPr>
          <p:cNvPr id="223" name="Google Shape;223;p52">
            <a:extLst xmlns:a="http://schemas.openxmlformats.org/drawingml/2006/main">
              <a:ext uri="{FF2B5EF4-FFF2-40B4-BE49-F238E27FC236}">
                <a16:creationId xmlns:a16="http://schemas.microsoft.com/office/drawing/2014/main" id="{6E8B72C9-7BB2-4238-AF76-C6AA2DEA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22213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4" name="Google Shape;224;p52">
            <a:extLst xmlns:a="http://schemas.openxmlformats.org/drawingml/2006/main">
              <a:ext uri="{FF2B5EF4-FFF2-40B4-BE49-F238E27FC236}">
                <a16:creationId xmlns:a16="http://schemas.microsoft.com/office/drawing/2014/main" id="{9D480060-A937-4ECF-92B5-E8291E39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3662574"/>
            <a:ext cx="33345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Codificación, escalado y orden de columnas forman parte del contrato.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Google Shape;225;p52">
            <a:extLst xmlns:a="http://schemas.openxmlformats.org/drawingml/2006/main">
              <a:ext uri="{FF2B5EF4-FFF2-40B4-BE49-F238E27FC236}">
                <a16:creationId xmlns:a16="http://schemas.microsoft.com/office/drawing/2014/main" id="{20C15416-555F-43A1-81FA-75A7AE13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98" y="3264708"/>
            <a:ext cx="3752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Preprocesado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Google Shape;226;p52">
            <a:extLst xmlns:a="http://schemas.openxmlformats.org/drawingml/2006/main">
              <a:ext uri="{FF2B5EF4-FFF2-40B4-BE49-F238E27FC236}">
                <a16:creationId xmlns:a16="http://schemas.microsoft.com/office/drawing/2014/main" id="{9D630630-96E7-460E-9D74-C3A7A59E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800" y="5057107"/>
            <a:ext cx="3334500" cy="568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Predicción, unidades, umbrales y errores se devuelven con claridad.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5" name="Google Shape;227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07fc32bf64d0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6117" y="2748442"/>
            <a:ext cx="2853144" cy="14979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8" name="Google Shape;228;p52">
            <a:extLst xmlns:a="http://schemas.openxmlformats.org/drawingml/2006/main">
              <a:ext uri="{FF2B5EF4-FFF2-40B4-BE49-F238E27FC236}">
                <a16:creationId xmlns:a16="http://schemas.microsoft.com/office/drawing/2014/main" id="{A0F69BB4-7724-45AA-BEF3-987C4A6C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088" y="436720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accent5"/>
                </a:solidFill>
                <a:hlinkClick xmlns:r="http://schemas.openxmlformats.org/officeDocument/2006/relationships" r:id="R9b84f5fc45c64798"/>
              </a:rPr>
              <a:t>VALIDACIÓN</a:t>
            </a:r>
            <a:endParaRPr sz="15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56537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8" name="Google Shape;233;p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00ac54fc0409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393673" cy="73051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4" name="Google Shape;234;p53">
            <a:extLst xmlns:a="http://schemas.openxmlformats.org/drawingml/2006/main">
              <a:ext uri="{FF2B5EF4-FFF2-40B4-BE49-F238E27FC236}">
                <a16:creationId xmlns:a16="http://schemas.microsoft.com/office/drawing/2014/main" id="{6236EF39-8725-4BB0-A81E-5E6A8D37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648" y="4880925"/>
            <a:ext cx="37521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La predicción solo es fiable si recibe la misma representación que recibió el modelo al entrenarse.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5" name="Google Shape;235;p53">
            <a:extLst xmlns:a="http://schemas.openxmlformats.org/drawingml/2006/main">
              <a:ext uri="{FF2B5EF4-FFF2-40B4-BE49-F238E27FC236}">
                <a16:creationId xmlns:a16="http://schemas.microsoft.com/office/drawing/2014/main" id="{8C4FED0A-0CAA-4600-B825-4E72F317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003" y="641218"/>
            <a:ext cx="2111400" cy="24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0"/>
              <a:buFont typeface="Poppins Thin"/>
              <a:buNone/>
            </a:pPr>
            <a:r>
              <a:rPr sz="15000" b="0" i="0" u="none" cap="none">
                <a:solidFill>
                  <a:srgbClr val="424242"/>
                </a:solidFill>
                <a:latin typeface="Poppins Thin"/>
                <a:ea typeface="Poppins Thin"/>
                <a:cs typeface="Poppins Thin"/>
              </a:rPr>
              <a:t>02.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Google Shape;236;p53">
            <a:extLst xmlns:a="http://schemas.openxmlformats.org/drawingml/2006/main">
              <a:ext uri="{FF2B5EF4-FFF2-40B4-BE49-F238E27FC236}">
                <a16:creationId xmlns:a16="http://schemas.microsoft.com/office/drawing/2014/main" id="{90EDA514-4442-4C46-A5B1-63A2BCB5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00" y="3041225"/>
            <a:ext cx="5814900" cy="15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1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Preprocesado</a:t>
            </a:r>
            <a:endParaRPr sz="1400" b="0" i="0" u="none" cap="none">
              <a:solidFill>
                <a:schemeClr val="accent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501930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Google Shape;213;p52">
            <a:extLst xmlns:a="http://schemas.openxmlformats.org/drawingml/2006/main">
              <a:ext uri="{FF2B5EF4-FFF2-40B4-BE49-F238E27FC236}">
                <a16:creationId xmlns:a16="http://schemas.microsoft.com/office/drawing/2014/main" id="{2C264436-9155-4647-A0B3-2C05AC9F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29" y="804246"/>
            <a:ext cx="5943600" cy="10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sz="32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Preprocesar es repetir, no reinventar</a:t>
            </a:r>
            <a:endParaRPr sz="3200" b="1" i="0" u="none" cap="none">
              <a:solidFill>
                <a:srgbClr val="3F3F3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4" name="Google Shape;214;p52">
            <a:extLst xmlns:a="http://schemas.openxmlformats.org/drawingml/2006/main">
              <a:ext uri="{FF2B5EF4-FFF2-40B4-BE49-F238E27FC236}">
                <a16:creationId xmlns:a16="http://schemas.microsoft.com/office/drawing/2014/main" id="{2DFFD8D0-DCDD-4812-B2AC-BD2D8CFD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33625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5" name="Google Shape;215;p52">
            <a:extLst xmlns:a="http://schemas.openxmlformats.org/drawingml/2006/main">
              <a:ext uri="{FF2B5EF4-FFF2-40B4-BE49-F238E27FC236}">
                <a16:creationId xmlns:a16="http://schemas.microsoft.com/office/drawing/2014/main" id="{30942A79-8774-4BA2-9DD2-84A89E31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101" y="2024650"/>
            <a:ext cx="40053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Poppins"/>
              <a:buAutoNum type="arabicPeriod"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Mismos pasos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Google Shape;216;p52">
            <a:extLst xmlns:a="http://schemas.openxmlformats.org/drawingml/2006/main">
              <a:ext uri="{FF2B5EF4-FFF2-40B4-BE49-F238E27FC236}">
                <a16:creationId xmlns:a16="http://schemas.microsoft.com/office/drawing/2014/main" id="{D599AA88-E1FA-4960-8B22-E840FAE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098" y="2481675"/>
            <a:ext cx="37521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El flujo de inferencia conserva la secuencia definida durante el entrenamiento.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Google Shape;217;p52">
            <a:extLst xmlns:a="http://schemas.openxmlformats.org/drawingml/2006/main">
              <a:ext uri="{FF2B5EF4-FFF2-40B4-BE49-F238E27FC236}">
                <a16:creationId xmlns:a16="http://schemas.microsoft.com/office/drawing/2014/main" id="{BA8EA2FE-8B62-4A07-9F08-576E5DDB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4747824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8" name="Google Shape;218;p52">
            <a:extLst xmlns:a="http://schemas.openxmlformats.org/drawingml/2006/main">
              <a:ext uri="{FF2B5EF4-FFF2-40B4-BE49-F238E27FC236}">
                <a16:creationId xmlns:a16="http://schemas.microsoft.com/office/drawing/2014/main" id="{7C711C10-D857-4FF8-B98F-43E60E5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21" y="4629975"/>
            <a:ext cx="25449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Mismas columnas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Google Shape;219;p52">
            <a:extLst xmlns:a="http://schemas.openxmlformats.org/drawingml/2006/main">
              <a:ext uri="{FF2B5EF4-FFF2-40B4-BE49-F238E27FC236}">
                <a16:creationId xmlns:a16="http://schemas.microsoft.com/office/drawing/2014/main" id="{8DAACFCD-FE70-4D3D-BC05-AF0C35D3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5159517"/>
            <a:ext cx="3126900" cy="26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7F7F7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0" name="Google Shape;220;p52">
            <a:extLst xmlns:a="http://schemas.openxmlformats.org/drawingml/2006/main">
              <a:ext uri="{FF2B5EF4-FFF2-40B4-BE49-F238E27FC236}">
                <a16:creationId xmlns:a16="http://schemas.microsoft.com/office/drawing/2014/main" id="{2459D8FC-6553-4258-A274-B83A260F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710" y="0"/>
            <a:ext cx="127200" cy="782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dk2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39" name="Google Shape;221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0c2dfb55d94445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1700" y="2818208"/>
            <a:ext cx="2662948" cy="1497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2" name="Google Shape;222;p52">
            <a:extLst xmlns:a="http://schemas.openxmlformats.org/drawingml/2006/main">
              <a:ext uri="{FF2B5EF4-FFF2-40B4-BE49-F238E27FC236}">
                <a16:creationId xmlns:a16="http://schemas.microsoft.com/office/drawing/2014/main" id="{83456E92-017D-49B6-9C5A-035B45D0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38" y="443695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dk2"/>
                </a:solidFill>
                <a:hlinkClick xmlns:r="http://schemas.openxmlformats.org/officeDocument/2006/relationships" r:id="Rb0571bc5fbc94301"/>
              </a:rPr>
              <a:t>ARTEFACTOS</a:t>
            </a:r>
            <a:endParaRPr sz="1500" b="1">
              <a:solidFill>
                <a:schemeClr val="dk2"/>
              </a:solidFill>
            </a:endParaRPr>
          </a:p>
        </p:txBody>
      </p:sp>
      <p:sp>
        <p:nvSpPr>
          <p:cNvPr id="223" name="Google Shape;223;p52">
            <a:extLst xmlns:a="http://schemas.openxmlformats.org/drawingml/2006/main">
              <a:ext uri="{FF2B5EF4-FFF2-40B4-BE49-F238E27FC236}">
                <a16:creationId xmlns:a16="http://schemas.microsoft.com/office/drawing/2014/main" id="{6E8B72C9-7BB2-4238-AF76-C6AA2DEA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22213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4" name="Google Shape;224;p52">
            <a:extLst xmlns:a="http://schemas.openxmlformats.org/drawingml/2006/main">
              <a:ext uri="{FF2B5EF4-FFF2-40B4-BE49-F238E27FC236}">
                <a16:creationId xmlns:a16="http://schemas.microsoft.com/office/drawing/2014/main" id="{9D480060-A937-4ECF-92B5-E8291E39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3662574"/>
            <a:ext cx="33345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Escalas, categorías y valores de relleno proceden de artefactos guardados.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Google Shape;225;p52">
            <a:extLst xmlns:a="http://schemas.openxmlformats.org/drawingml/2006/main">
              <a:ext uri="{FF2B5EF4-FFF2-40B4-BE49-F238E27FC236}">
                <a16:creationId xmlns:a16="http://schemas.microsoft.com/office/drawing/2014/main" id="{20C15416-555F-43A1-81FA-75A7AE13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98" y="3264708"/>
            <a:ext cx="3752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Mismos parámetros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Google Shape;226;p52">
            <a:extLst xmlns:a="http://schemas.openxmlformats.org/drawingml/2006/main">
              <a:ext uri="{FF2B5EF4-FFF2-40B4-BE49-F238E27FC236}">
                <a16:creationId xmlns:a16="http://schemas.microsoft.com/office/drawing/2014/main" id="{9D630630-96E7-460E-9D74-C3A7A59E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800" y="5057107"/>
            <a:ext cx="3334500" cy="568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El modelo recibe una matriz con la estructura que espera.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5" name="Google Shape;227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5dbac211d04f2e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6117" y="2748442"/>
            <a:ext cx="2853144" cy="14979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8" name="Google Shape;228;p52">
            <a:extLst xmlns:a="http://schemas.openxmlformats.org/drawingml/2006/main">
              <a:ext uri="{FF2B5EF4-FFF2-40B4-BE49-F238E27FC236}">
                <a16:creationId xmlns:a16="http://schemas.microsoft.com/office/drawing/2014/main" id="{A0F69BB4-7724-45AA-BEF3-987C4A6C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088" y="436720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accent5"/>
                </a:solidFill>
                <a:hlinkClick xmlns:r="http://schemas.openxmlformats.org/officeDocument/2006/relationships" r:id="R7497addaac27414f"/>
              </a:rPr>
              <a:t>REPETIBLE</a:t>
            </a:r>
            <a:endParaRPr sz="15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56537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8" name="Google Shape;233;p5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4dfc365ba4bdd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393673" cy="730515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34" name="Google Shape;234;p53">
            <a:extLst xmlns:a="http://schemas.openxmlformats.org/drawingml/2006/main">
              <a:ext uri="{FF2B5EF4-FFF2-40B4-BE49-F238E27FC236}">
                <a16:creationId xmlns:a16="http://schemas.microsoft.com/office/drawing/2014/main" id="{6236EF39-8725-4BB0-A81E-5E6A8D37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8648" y="4880925"/>
            <a:ext cx="37521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Seguimos una petición local desde el JSON de entrada hasta una respuesta verificable.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5" name="Google Shape;235;p53">
            <a:extLst xmlns:a="http://schemas.openxmlformats.org/drawingml/2006/main">
              <a:ext uri="{FF2B5EF4-FFF2-40B4-BE49-F238E27FC236}">
                <a16:creationId xmlns:a16="http://schemas.microsoft.com/office/drawing/2014/main" id="{8C4FED0A-0CAA-4600-B825-4E72F317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1003" y="641218"/>
            <a:ext cx="2111400" cy="24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5000"/>
              <a:buFont typeface="Poppins Thin"/>
              <a:buNone/>
            </a:pPr>
            <a:r>
              <a:rPr sz="15000" b="0" i="0" u="none" cap="none">
                <a:solidFill>
                  <a:srgbClr val="424242"/>
                </a:solidFill>
                <a:latin typeface="Poppins Thin"/>
                <a:ea typeface="Poppins Thin"/>
                <a:cs typeface="Poppins Thin"/>
              </a:rPr>
              <a:t>03.</a:t>
            </a:r>
            <a:endParaRPr sz="14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6" name="Google Shape;236;p53">
            <a:extLst xmlns:a="http://schemas.openxmlformats.org/drawingml/2006/main">
              <a:ext uri="{FF2B5EF4-FFF2-40B4-BE49-F238E27FC236}">
                <a16:creationId xmlns:a16="http://schemas.microsoft.com/office/drawing/2014/main" id="{90EDA514-4442-4C46-A5B1-63A2BCB5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900" y="3041225"/>
            <a:ext cx="5814900" cy="1569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sz="4800" b="1">
                <a:solidFill>
                  <a:schemeClr val="accent4"/>
                </a:solidFill>
                <a:latin typeface="Poppins"/>
                <a:ea typeface="Poppins"/>
                <a:cs typeface="Poppins"/>
              </a:rPr>
              <a:t>Demo guiada</a:t>
            </a:r>
            <a:endParaRPr sz="1400" b="0" i="0" u="none" cap="none">
              <a:solidFill>
                <a:schemeClr val="accent4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8501930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Google Shape;213;p52">
            <a:extLst xmlns:a="http://schemas.openxmlformats.org/drawingml/2006/main">
              <a:ext uri="{FF2B5EF4-FFF2-40B4-BE49-F238E27FC236}">
                <a16:creationId xmlns:a16="http://schemas.microsoft.com/office/drawing/2014/main" id="{2C264436-9155-4647-A0B3-2C05AC9F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29" y="804246"/>
            <a:ext cx="5943600" cy="10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sz="32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Demo: de JSON a respuesta</a:t>
            </a:r>
            <a:endParaRPr sz="3200" b="1" i="0" u="none" cap="none">
              <a:solidFill>
                <a:srgbClr val="3F3F3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4" name="Google Shape;214;p52">
            <a:extLst xmlns:a="http://schemas.openxmlformats.org/drawingml/2006/main">
              <a:ext uri="{FF2B5EF4-FFF2-40B4-BE49-F238E27FC236}">
                <a16:creationId xmlns:a16="http://schemas.microsoft.com/office/drawing/2014/main" id="{2DFFD8D0-DCDD-4812-B2AC-BD2D8CFD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33625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5" name="Google Shape;215;p52">
            <a:extLst xmlns:a="http://schemas.openxmlformats.org/drawingml/2006/main">
              <a:ext uri="{FF2B5EF4-FFF2-40B4-BE49-F238E27FC236}">
                <a16:creationId xmlns:a16="http://schemas.microsoft.com/office/drawing/2014/main" id="{30942A79-8774-4BA2-9DD2-84A89E31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101" y="2024650"/>
            <a:ext cx="40053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Poppins"/>
              <a:buAutoNum type="arabicPeriod"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1. Cargar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Google Shape;216;p52">
            <a:extLst xmlns:a="http://schemas.openxmlformats.org/drawingml/2006/main">
              <a:ext uri="{FF2B5EF4-FFF2-40B4-BE49-F238E27FC236}">
                <a16:creationId xmlns:a16="http://schemas.microsoft.com/office/drawing/2014/main" id="{D599AA88-E1FA-4960-8B22-E840FAE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098" y="2481675"/>
            <a:ext cx="37521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Modelo y preprocesador se recuperan una vez desde artefactos versionados.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Google Shape;217;p52">
            <a:extLst xmlns:a="http://schemas.openxmlformats.org/drawingml/2006/main">
              <a:ext uri="{FF2B5EF4-FFF2-40B4-BE49-F238E27FC236}">
                <a16:creationId xmlns:a16="http://schemas.microsoft.com/office/drawing/2014/main" id="{BA8EA2FE-8B62-4A07-9F08-576E5DDB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4747824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8" name="Google Shape;218;p52">
            <a:extLst xmlns:a="http://schemas.openxmlformats.org/drawingml/2006/main">
              <a:ext uri="{FF2B5EF4-FFF2-40B4-BE49-F238E27FC236}">
                <a16:creationId xmlns:a16="http://schemas.microsoft.com/office/drawing/2014/main" id="{7C711C10-D857-4FF8-B98F-43E60E5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21" y="4629975"/>
            <a:ext cx="25449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3. Predecir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Google Shape;219;p52">
            <a:extLst xmlns:a="http://schemas.openxmlformats.org/drawingml/2006/main">
              <a:ext uri="{FF2B5EF4-FFF2-40B4-BE49-F238E27FC236}">
                <a16:creationId xmlns:a16="http://schemas.microsoft.com/office/drawing/2014/main" id="{8DAACFCD-FE70-4D3D-BC05-AF0C35D3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5159517"/>
            <a:ext cx="3126900" cy="26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7F7F7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0" name="Google Shape;220;p52">
            <a:extLst xmlns:a="http://schemas.openxmlformats.org/drawingml/2006/main">
              <a:ext uri="{FF2B5EF4-FFF2-40B4-BE49-F238E27FC236}">
                <a16:creationId xmlns:a16="http://schemas.microsoft.com/office/drawing/2014/main" id="{2459D8FC-6553-4258-A274-B83A260F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710" y="0"/>
            <a:ext cx="127200" cy="782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dk2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39" name="Google Shape;221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4c04c46af34ed9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1700" y="2818208"/>
            <a:ext cx="2662948" cy="1497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2" name="Google Shape;222;p52">
            <a:extLst xmlns:a="http://schemas.openxmlformats.org/drawingml/2006/main">
              <a:ext uri="{FF2B5EF4-FFF2-40B4-BE49-F238E27FC236}">
                <a16:creationId xmlns:a16="http://schemas.microsoft.com/office/drawing/2014/main" id="{83456E92-017D-49B6-9C5A-035B45D0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38" y="443695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dk2"/>
                </a:solidFill>
                <a:hlinkClick xmlns:r="http://schemas.openxmlformats.org/officeDocument/2006/relationships" r:id="R137eab7834994586"/>
              </a:rPr>
              <a:t>PETICIÓN</a:t>
            </a:r>
            <a:endParaRPr sz="1500" b="1">
              <a:solidFill>
                <a:schemeClr val="dk2"/>
              </a:solidFill>
            </a:endParaRPr>
          </a:p>
        </p:txBody>
      </p:sp>
      <p:sp>
        <p:nvSpPr>
          <p:cNvPr id="223" name="Google Shape;223;p52">
            <a:extLst xmlns:a="http://schemas.openxmlformats.org/drawingml/2006/main">
              <a:ext uri="{FF2B5EF4-FFF2-40B4-BE49-F238E27FC236}">
                <a16:creationId xmlns:a16="http://schemas.microsoft.com/office/drawing/2014/main" id="{6E8B72C9-7BB2-4238-AF76-C6AA2DEA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22213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4" name="Google Shape;224;p52">
            <a:extLst xmlns:a="http://schemas.openxmlformats.org/drawingml/2006/main">
              <a:ext uri="{FF2B5EF4-FFF2-40B4-BE49-F238E27FC236}">
                <a16:creationId xmlns:a16="http://schemas.microsoft.com/office/drawing/2014/main" id="{9D480060-A937-4ECF-92B5-E8291E39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3662574"/>
            <a:ext cx="33345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Una petición JSON se comprueba antes de entrar en el modelo.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Google Shape;225;p52">
            <a:extLst xmlns:a="http://schemas.openxmlformats.org/drawingml/2006/main">
              <a:ext uri="{FF2B5EF4-FFF2-40B4-BE49-F238E27FC236}">
                <a16:creationId xmlns:a16="http://schemas.microsoft.com/office/drawing/2014/main" id="{20C15416-555F-43A1-81FA-75A7AE13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98" y="3264708"/>
            <a:ext cx="3752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2. Validar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Google Shape;226;p52">
            <a:extLst xmlns:a="http://schemas.openxmlformats.org/drawingml/2006/main">
              <a:ext uri="{FF2B5EF4-FFF2-40B4-BE49-F238E27FC236}">
                <a16:creationId xmlns:a16="http://schemas.microsoft.com/office/drawing/2014/main" id="{9D630630-96E7-460E-9D74-C3A7A59E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800" y="5057107"/>
            <a:ext cx="3334500" cy="568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La respuesta conserva un formato que otro componente puede consumir.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5" name="Google Shape;227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e5d0cf189647b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6117" y="2748442"/>
            <a:ext cx="2853144" cy="14979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8" name="Google Shape;228;p52">
            <a:extLst xmlns:a="http://schemas.openxmlformats.org/drawingml/2006/main">
              <a:ext uri="{FF2B5EF4-FFF2-40B4-BE49-F238E27FC236}">
                <a16:creationId xmlns:a16="http://schemas.microsoft.com/office/drawing/2014/main" id="{A0F69BB4-7724-45AA-BEF3-987C4A6C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088" y="436720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accent5"/>
                </a:solidFill>
                <a:hlinkClick xmlns:r="http://schemas.openxmlformats.org/officeDocument/2006/relationships" r:id="R312fbb8fd9e348cb"/>
              </a:rPr>
              <a:t>RESPUESTA</a:t>
            </a:r>
            <a:endParaRPr sz="15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56537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3" name="Google Shape;213;p52">
            <a:extLst xmlns:a="http://schemas.openxmlformats.org/drawingml/2006/main">
              <a:ext uri="{FF2B5EF4-FFF2-40B4-BE49-F238E27FC236}">
                <a16:creationId xmlns:a16="http://schemas.microsoft.com/office/drawing/2014/main" id="{2C264436-9155-4647-A0B3-2C05AC9F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029" y="804246"/>
            <a:ext cx="5943600" cy="107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sz="32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Al terminar la clase</a:t>
            </a:r>
            <a:endParaRPr sz="3200" b="1" i="0" u="none" cap="none">
              <a:solidFill>
                <a:srgbClr val="3F3F3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4" name="Google Shape;214;p52">
            <a:extLst xmlns:a="http://schemas.openxmlformats.org/drawingml/2006/main">
              <a:ext uri="{FF2B5EF4-FFF2-40B4-BE49-F238E27FC236}">
                <a16:creationId xmlns:a16="http://schemas.microsoft.com/office/drawing/2014/main" id="{2DFFD8D0-DCDD-4812-B2AC-BD2D8CFD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33625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5" name="Google Shape;215;p52">
            <a:extLst xmlns:a="http://schemas.openxmlformats.org/drawingml/2006/main">
              <a:ext uri="{FF2B5EF4-FFF2-40B4-BE49-F238E27FC236}">
                <a16:creationId xmlns:a16="http://schemas.microsoft.com/office/drawing/2014/main" id="{30942A79-8774-4BA2-9DD2-84A89E31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101" y="2024650"/>
            <a:ext cx="40053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457200" marR="0" lvl="0" indent="-317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600"/>
              <a:buFont typeface="Poppins"/>
              <a:buAutoNum type="arabicPeriod"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Separo responsabilidades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6" name="Google Shape;216;p52">
            <a:extLst xmlns:a="http://schemas.openxmlformats.org/drawingml/2006/main">
              <a:ext uri="{FF2B5EF4-FFF2-40B4-BE49-F238E27FC236}">
                <a16:creationId xmlns:a16="http://schemas.microsoft.com/office/drawing/2014/main" id="{D599AA88-E1FA-4960-8B22-E840FAE3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098" y="2481675"/>
            <a:ext cx="37521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Entrenar, guardar artefactos e inferir no son la misma tarea.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7" name="Google Shape;217;p52">
            <a:extLst xmlns:a="http://schemas.openxmlformats.org/drawingml/2006/main">
              <a:ext uri="{FF2B5EF4-FFF2-40B4-BE49-F238E27FC236}">
                <a16:creationId xmlns:a16="http://schemas.microsoft.com/office/drawing/2014/main" id="{BA8EA2FE-8B62-4A07-9F08-576E5DDBB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4747824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18" name="Google Shape;218;p52">
            <a:extLst xmlns:a="http://schemas.openxmlformats.org/drawingml/2006/main">
              <a:ext uri="{FF2B5EF4-FFF2-40B4-BE49-F238E27FC236}">
                <a16:creationId xmlns:a16="http://schemas.microsoft.com/office/drawing/2014/main" id="{7C711C10-D857-4FF8-B98F-43E60E5AE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21" y="4629975"/>
            <a:ext cx="25449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Preparo el taller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9" name="Google Shape;219;p52">
            <a:extLst xmlns:a="http://schemas.openxmlformats.org/drawingml/2006/main">
              <a:ext uri="{FF2B5EF4-FFF2-40B4-BE49-F238E27FC236}">
                <a16:creationId xmlns:a16="http://schemas.microsoft.com/office/drawing/2014/main" id="{8DAACFCD-FE70-4D3D-BC05-AF0C35D3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5159517"/>
            <a:ext cx="3126900" cy="26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7F7F7F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0" name="Google Shape;220;p52">
            <a:extLst xmlns:a="http://schemas.openxmlformats.org/drawingml/2006/main">
              <a:ext uri="{FF2B5EF4-FFF2-40B4-BE49-F238E27FC236}">
                <a16:creationId xmlns:a16="http://schemas.microsoft.com/office/drawing/2014/main" id="{2459D8FC-6553-4258-A274-B83A260F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7710" y="0"/>
            <a:ext cx="127200" cy="7821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accent1"/>
              </a:gs>
              <a:gs pos="100000">
                <a:schemeClr val="dk2"/>
              </a:gs>
            </a:gsLst>
            <a:lin ang="5400012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39" name="Google Shape;221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c7dada16d6445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1700" y="2818208"/>
            <a:ext cx="2662948" cy="1497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2" name="Google Shape;222;p52">
            <a:extLst xmlns:a="http://schemas.openxmlformats.org/drawingml/2006/main">
              <a:ext uri="{FF2B5EF4-FFF2-40B4-BE49-F238E27FC236}">
                <a16:creationId xmlns:a16="http://schemas.microsoft.com/office/drawing/2014/main" id="{83456E92-017D-49B6-9C5A-035B45D0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438" y="443695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dk2"/>
                </a:solidFill>
                <a:hlinkClick xmlns:r="http://schemas.openxmlformats.org/officeDocument/2006/relationships" r:id="R30fa34bd856a4be2"/>
              </a:rPr>
              <a:t>SIGUIENTE</a:t>
            </a:r>
            <a:endParaRPr sz="1500" b="1">
              <a:solidFill>
                <a:schemeClr val="dk2"/>
              </a:solidFill>
            </a:endParaRPr>
          </a:p>
        </p:txBody>
      </p:sp>
      <p:sp>
        <p:nvSpPr>
          <p:cNvPr id="223" name="Google Shape;223;p52">
            <a:extLst xmlns:a="http://schemas.openxmlformats.org/drawingml/2006/main">
              <a:ext uri="{FF2B5EF4-FFF2-40B4-BE49-F238E27FC236}">
                <a16:creationId xmlns:a16="http://schemas.microsoft.com/office/drawing/2014/main" id="{6E8B72C9-7BB2-4238-AF76-C6AA2DEA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8568" y="2221333"/>
            <a:ext cx="729300" cy="729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t/>
            </a:r>
            <a:endParaRPr sz="1900" b="0" i="0" u="none" cap="none">
              <a:solidFill>
                <a:schemeClr val="lt1"/>
              </a:solidFill>
              <a:latin typeface="Poppins"/>
              <a:ea typeface="Poppins"/>
              <a:cs typeface="Poppins"/>
            </a:endParaRPr>
          </a:p>
        </p:txBody>
      </p:sp>
      <p:sp>
        <p:nvSpPr>
          <p:cNvPr id="224" name="Google Shape;224;p52">
            <a:extLst xmlns:a="http://schemas.openxmlformats.org/drawingml/2006/main">
              <a:ext uri="{FF2B5EF4-FFF2-40B4-BE49-F238E27FC236}">
                <a16:creationId xmlns:a16="http://schemas.microsoft.com/office/drawing/2014/main" id="{9D480060-A937-4ECF-92B5-E8291E394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833" y="3662574"/>
            <a:ext cx="3334500" cy="74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Las entradas y salidas dejan de depender de supuestos locales.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5" name="Google Shape;225;p52">
            <a:extLst xmlns:a="http://schemas.openxmlformats.org/drawingml/2006/main">
              <a:ext uri="{FF2B5EF4-FFF2-40B4-BE49-F238E27FC236}">
                <a16:creationId xmlns:a16="http://schemas.microsoft.com/office/drawing/2014/main" id="{20C15416-555F-43A1-81FA-75A7AE13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698" y="3264708"/>
            <a:ext cx="3752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sz="1600" b="1">
                <a:solidFill>
                  <a:srgbClr val="3F3F3F"/>
                </a:solidFill>
                <a:latin typeface="Poppins"/>
                <a:ea typeface="Poppins"/>
                <a:cs typeface="Poppins"/>
              </a:rPr>
              <a:t>Hago explícito el contrato</a:t>
            </a:r>
            <a:endParaRPr sz="15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6" name="Google Shape;226;p52">
            <a:extLst xmlns:a="http://schemas.openxmlformats.org/drawingml/2006/main">
              <a:ext uri="{FF2B5EF4-FFF2-40B4-BE49-F238E27FC236}">
                <a16:creationId xmlns:a16="http://schemas.microsoft.com/office/drawing/2014/main" id="{9D630630-96E7-460E-9D74-C3A7A59E4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2800" y="5057107"/>
            <a:ext cx="3334500" cy="5682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4222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sz="1100">
                <a:solidFill>
                  <a:srgbClr val="7F7F7F"/>
                </a:solidFill>
                <a:latin typeface="Poppins"/>
                <a:ea typeface="Poppins"/>
                <a:cs typeface="Poppins"/>
              </a:rPr>
              <a:t>La siguiente sesión convierte esta ruta en un módulo importable.</a:t>
            </a:r>
            <a:endParaRPr sz="1600" b="0" i="0" u="non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45" name="Google Shape;227;p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7b22ddaf0a4d8b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26117" y="2748442"/>
            <a:ext cx="2853144" cy="1497901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28" name="Google Shape;228;p52">
            <a:extLst xmlns:a="http://schemas.openxmlformats.org/drawingml/2006/main">
              <a:ext uri="{FF2B5EF4-FFF2-40B4-BE49-F238E27FC236}">
                <a16:creationId xmlns:a16="http://schemas.microsoft.com/office/drawing/2014/main" id="{A0F69BB4-7724-45AA-BEF3-987C4A6CB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088" y="4367208"/>
            <a:ext cx="2777100" cy="33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500" b="1" u="sng">
                <a:solidFill>
                  <a:schemeClr val="accent5"/>
                </a:solidFill>
                <a:hlinkClick xmlns:r="http://schemas.openxmlformats.org/officeDocument/2006/relationships" r:id="Re36b1146a25e4c92"/>
              </a:rPr>
              <a:t>MÓDULO LOCAL</a:t>
            </a:r>
            <a:endParaRPr sz="1500"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565373"/>
      </p:ext>
    </p:extLst>
  </p:cSld>
</p:sld>
</file>

<file path=ppt/theme/theme1.xml><?xml version="1.0" encoding="utf-8"?>
<a:theme xmlns:a="http://schemas.openxmlformats.org/drawingml/2006/main" name="Tema_nueva_marca_16:9">
  <a:themeElements>
    <a:clrScheme name="Personalizado 1">
      <a:dk1>
        <a:srgbClr val="53565A"/>
      </a:dk1>
      <a:lt1>
        <a:srgbClr val="FFFFFF"/>
      </a:lt1>
      <a:dk2>
        <a:srgbClr val="53565A"/>
      </a:dk2>
      <a:lt2>
        <a:srgbClr val="FFFFFF"/>
      </a:lt2>
      <a:accent1>
        <a:srgbClr val="FFB8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ersonalizado 1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2026-08-06T14:24:43.6060000Z</dcterms:created>
  <dcterms:modified xsi:type="dcterms:W3CDTF">2026-08-06T14:24:43.6060000Z</dcterms:modified>
</coreProperties>
</file>