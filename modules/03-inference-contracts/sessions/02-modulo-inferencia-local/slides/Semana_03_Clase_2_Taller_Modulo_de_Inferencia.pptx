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705cf38674268" /><Relationship Type="http://schemas.openxmlformats.org/officeDocument/2006/relationships/extended-properties" Target="/docProps/app.xml" Id="Rc43cc39075db46d6" /><Relationship Type="http://schemas.openxmlformats.org/officeDocument/2006/relationships/officeDocument" Target="/ppt/presentation.xml" Id="R159535e14c8d414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76b6b35e6254cd8"/>
    <p:sldMasterId xmlns:r="http://schemas.openxmlformats.org/officeDocument/2006/relationships" id="2147483656" r:id="R549b03837b9e4bad"/>
  </p:sldMasterIdLst>
  <p:notesMasterIdLst>
    <p:notesMasterId xmlns:r="http://schemas.openxmlformats.org/officeDocument/2006/relationships" r:id="R74e14a3e5fc74e69"/>
  </p:notesMasterIdLst>
  <p:sldIdLst>
    <p:sldId xmlns:r="http://schemas.openxmlformats.org/officeDocument/2006/relationships" id="256" r:id="Rff60d1e5e63c480b"/>
    <p:sldId xmlns:r="http://schemas.openxmlformats.org/officeDocument/2006/relationships" id="257" r:id="R1f274f3b7af64fd8"/>
    <p:sldId xmlns:r="http://schemas.openxmlformats.org/officeDocument/2006/relationships" id="258" r:id="R4ab4cc35e6ad48a4"/>
    <p:sldId xmlns:r="http://schemas.openxmlformats.org/officeDocument/2006/relationships" id="259" r:id="Rb96a25b5000c4ad8"/>
    <p:sldId xmlns:r="http://schemas.openxmlformats.org/officeDocument/2006/relationships" id="260" r:id="Rbc6c093d4b984a29"/>
    <p:sldId xmlns:r="http://schemas.openxmlformats.org/officeDocument/2006/relationships" id="261" r:id="Ra332cca658e44d63"/>
    <p:sldId xmlns:r="http://schemas.openxmlformats.org/officeDocument/2006/relationships" id="262" r:id="R09559325322b48d5"/>
    <p:sldId xmlns:r="http://schemas.openxmlformats.org/officeDocument/2006/relationships" id="263" r:id="Re9d12d5efc3a4d4d"/>
    <p:sldId xmlns:r="http://schemas.openxmlformats.org/officeDocument/2006/relationships" id="264" r:id="Rab1b14838f794663"/>
    <p:sldId xmlns:r="http://schemas.openxmlformats.org/officeDocument/2006/relationships" id="265" r:id="Rbed31b957a174839"/>
    <p:sldId xmlns:r="http://schemas.openxmlformats.org/officeDocument/2006/relationships" id="266" r:id="Rf7f70284e09d4f22"/>
  </p:sldIdLst>
  <p:sldSz cx="12192000" cy="6858000"/>
  <p:notesSz cx="6858000" cy="9144000"/>
  <p:embeddedFontLst>
    <p:embeddedFont>
      <p:font typeface="Poppins"/>
      <p:regular xmlns:r="http://schemas.openxmlformats.org/officeDocument/2006/relationships" r:id="R3c29ab1d1f5d4fc8"/>
      <p:bold xmlns:r="http://schemas.openxmlformats.org/officeDocument/2006/relationships" r:id="R8df27562f9554dac"/>
      <p:italic xmlns:r="http://schemas.openxmlformats.org/officeDocument/2006/relationships" r:id="R376f8c3eb25f46ff"/>
      <p:boldItalic xmlns:r="http://schemas.openxmlformats.org/officeDocument/2006/relationships" r:id="R6639c4dbe3ee4eed"/>
    </p:embeddedFont>
    <p:embeddedFont>
      <p:font typeface="Montserrat"/>
      <p:regular xmlns:r="http://schemas.openxmlformats.org/officeDocument/2006/relationships" r:id="R57f4570cb6a04f6c"/>
      <p:bold xmlns:r="http://schemas.openxmlformats.org/officeDocument/2006/relationships" r:id="R6bdc7ee075db46e9"/>
      <p:italic xmlns:r="http://schemas.openxmlformats.org/officeDocument/2006/relationships" r:id="R306ddda8703b458a"/>
      <p:boldItalic xmlns:r="http://schemas.openxmlformats.org/officeDocument/2006/relationships" r:id="R095e109894134e20"/>
    </p:embeddedFont>
    <p:embeddedFont>
      <p:font typeface="Poppins Medium"/>
      <p:regular xmlns:r="http://schemas.openxmlformats.org/officeDocument/2006/relationships" r:id="R8743792821254f28"/>
      <p:bold xmlns:r="http://schemas.openxmlformats.org/officeDocument/2006/relationships" r:id="R5a3d7e21e49044c6"/>
      <p:italic xmlns:r="http://schemas.openxmlformats.org/officeDocument/2006/relationships" r:id="R244dfcf6772c4b91"/>
      <p:boldItalic xmlns:r="http://schemas.openxmlformats.org/officeDocument/2006/relationships" r:id="Rf4c48744b4544189"/>
    </p:embeddedFont>
    <p:embeddedFont>
      <p:font typeface="Poppins Thin"/>
      <p:regular xmlns:r="http://schemas.openxmlformats.org/officeDocument/2006/relationships" r:id="Rf0534feadbcb4a5e"/>
      <p:bold xmlns:r="http://schemas.openxmlformats.org/officeDocument/2006/relationships" r:id="Re17d250243424f2f"/>
      <p:italic xmlns:r="http://schemas.openxmlformats.org/officeDocument/2006/relationships" r:id="R8b9d881788644383"/>
      <p:boldItalic xmlns:r="http://schemas.openxmlformats.org/officeDocument/2006/relationships" r:id="Re50651cdf9554c2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514b98d374aa8" /><Relationship Type="http://schemas.openxmlformats.org/officeDocument/2006/relationships/slideMaster" Target="/ppt/slideMasters/slideMaster1.xml" Id="R476b6b35e6254cd8" /><Relationship Type="http://schemas.openxmlformats.org/officeDocument/2006/relationships/slideMaster" Target="/ppt/slideMasters/slideMaster2.xml" Id="R549b03837b9e4bad" /><Relationship Type="http://schemas.openxmlformats.org/officeDocument/2006/relationships/notesMaster" Target="/ppt/notesMasters/notesMaster1.xml" Id="R74e14a3e5fc74e69" /><Relationship Type="http://schemas.openxmlformats.org/officeDocument/2006/relationships/presProps" Target="/ppt/presProps.xml" Id="Rec5c9812fe634df9" /><Relationship Type="http://schemas.openxmlformats.org/officeDocument/2006/relationships/tableStyles" Target="/ppt/tableStyles.xml" Id="R45f4826e22b34d2e" /><Relationship Type="http://schemas.openxmlformats.org/officeDocument/2006/relationships/font" Target="/ppt/fonts/font.dat" Id="R3c29ab1d1f5d4fc8" /><Relationship Type="http://schemas.openxmlformats.org/officeDocument/2006/relationships/font" Target="/ppt/fonts/font2.dat" Id="R8df27562f9554dac" /><Relationship Type="http://schemas.openxmlformats.org/officeDocument/2006/relationships/font" Target="/ppt/fonts/font3.dat" Id="R376f8c3eb25f46ff" /><Relationship Type="http://schemas.openxmlformats.org/officeDocument/2006/relationships/font" Target="/ppt/fonts/font4.dat" Id="R6639c4dbe3ee4eed" /><Relationship Type="http://schemas.openxmlformats.org/officeDocument/2006/relationships/font" Target="/ppt/fonts/font5.dat" Id="R57f4570cb6a04f6c" /><Relationship Type="http://schemas.openxmlformats.org/officeDocument/2006/relationships/font" Target="/ppt/fonts/font6.dat" Id="R6bdc7ee075db46e9" /><Relationship Type="http://schemas.openxmlformats.org/officeDocument/2006/relationships/font" Target="/ppt/fonts/font7.dat" Id="R306ddda8703b458a" /><Relationship Type="http://schemas.openxmlformats.org/officeDocument/2006/relationships/font" Target="/ppt/fonts/font8.dat" Id="R095e109894134e20" /><Relationship Type="http://schemas.openxmlformats.org/officeDocument/2006/relationships/font" Target="/ppt/fonts/font9.dat" Id="R8743792821254f28" /><Relationship Type="http://schemas.openxmlformats.org/officeDocument/2006/relationships/font" Target="/ppt/fonts/font10.dat" Id="R5a3d7e21e49044c6" /><Relationship Type="http://schemas.openxmlformats.org/officeDocument/2006/relationships/font" Target="/ppt/fonts/font11.dat" Id="R244dfcf6772c4b91" /><Relationship Type="http://schemas.openxmlformats.org/officeDocument/2006/relationships/font" Target="/ppt/fonts/font12.dat" Id="Rf4c48744b4544189" /><Relationship Type="http://schemas.openxmlformats.org/officeDocument/2006/relationships/font" Target="/ppt/fonts/font13.dat" Id="Rf0534feadbcb4a5e" /><Relationship Type="http://schemas.openxmlformats.org/officeDocument/2006/relationships/font" Target="/ppt/fonts/font14.dat" Id="Re17d250243424f2f" /><Relationship Type="http://schemas.openxmlformats.org/officeDocument/2006/relationships/font" Target="/ppt/fonts/font15.dat" Id="R8b9d881788644383" /><Relationship Type="http://schemas.openxmlformats.org/officeDocument/2006/relationships/font" Target="/ppt/fonts/font16.dat" Id="Re50651cdf9554c23" /><Relationship Type="http://schemas.openxmlformats.org/officeDocument/2006/relationships/slide" Target="/ppt/slides/slide1.xml" Id="Rff60d1e5e63c480b" /><Relationship Type="http://schemas.openxmlformats.org/officeDocument/2006/relationships/slide" Target="/ppt/slides/slide2.xml" Id="R1f274f3b7af64fd8" /><Relationship Type="http://schemas.openxmlformats.org/officeDocument/2006/relationships/slide" Target="/ppt/slides/slide3.xml" Id="R4ab4cc35e6ad48a4" /><Relationship Type="http://schemas.openxmlformats.org/officeDocument/2006/relationships/slide" Target="/ppt/slides/slide4.xml" Id="Rb96a25b5000c4ad8" /><Relationship Type="http://schemas.openxmlformats.org/officeDocument/2006/relationships/slide" Target="/ppt/slides/slide5.xml" Id="Rbc6c093d4b984a29" /><Relationship Type="http://schemas.openxmlformats.org/officeDocument/2006/relationships/slide" Target="/ppt/slides/slide6.xml" Id="Ra332cca658e44d63" /><Relationship Type="http://schemas.openxmlformats.org/officeDocument/2006/relationships/slide" Target="/ppt/slides/slide7.xml" Id="R09559325322b48d5" /><Relationship Type="http://schemas.openxmlformats.org/officeDocument/2006/relationships/slide" Target="/ppt/slides/slide8.xml" Id="Re9d12d5efc3a4d4d" /><Relationship Type="http://schemas.openxmlformats.org/officeDocument/2006/relationships/slide" Target="/ppt/slides/slide9.xml" Id="Rab1b14838f794663" /><Relationship Type="http://schemas.openxmlformats.org/officeDocument/2006/relationships/slide" Target="/ppt/slides/slide10.xml" Id="Rbed31b957a174839" /><Relationship Type="http://schemas.openxmlformats.org/officeDocument/2006/relationships/slide" Target="/ppt/slides/slide11.xml" Id="Rf7f70284e09d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8e5fcf5373e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71e415550849e7" /><Relationship Type="http://schemas.openxmlformats.org/officeDocument/2006/relationships/notesMaster" Target="/ppt/notesMasters/notesMaster1.xml" Id="R0dff46162878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7d2daf2054b79" /><Relationship Type="http://schemas.openxmlformats.org/officeDocument/2006/relationships/notesMaster" Target="/ppt/notesMasters/notesMaster1.xml" Id="Rd2c7c2af3938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6a99318eb4094" /><Relationship Type="http://schemas.openxmlformats.org/officeDocument/2006/relationships/notesMaster" Target="/ppt/notesMasters/notesMaster1.xml" Id="R06668f5e08ad4d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5e16d3b6b45b0" /><Relationship Type="http://schemas.openxmlformats.org/officeDocument/2006/relationships/notesMaster" Target="/ppt/notesMasters/notesMaster1.xml" Id="R6f918f2445754a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e1300414b34d9a" /><Relationship Type="http://schemas.openxmlformats.org/officeDocument/2006/relationships/notesMaster" Target="/ppt/notesMasters/notesMaster1.xml" Id="R6458ec14c31a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5f6c7d333f4644" /><Relationship Type="http://schemas.openxmlformats.org/officeDocument/2006/relationships/notesMaster" Target="/ppt/notesMasters/notesMaster1.xml" Id="R7434209bcf5d43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91344590714718" /><Relationship Type="http://schemas.openxmlformats.org/officeDocument/2006/relationships/notesMaster" Target="/ppt/notesMasters/notesMaster1.xml" Id="R4787818ff70b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c98e6f7584728" /><Relationship Type="http://schemas.openxmlformats.org/officeDocument/2006/relationships/notesMaster" Target="/ppt/notesMasters/notesMaster1.xml" Id="Re49016ad97ee44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955cff4b5049cb" /><Relationship Type="http://schemas.openxmlformats.org/officeDocument/2006/relationships/notesMaster" Target="/ppt/notesMasters/notesMaster1.xml" Id="Rb87438a60c9b4c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7c70c9e0e14a5c" /><Relationship Type="http://schemas.openxmlformats.org/officeDocument/2006/relationships/notesMaster" Target="/ppt/notesMasters/notesMaster1.xml" Id="R71e92c0e16e947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a63833ae554306" /><Relationship Type="http://schemas.openxmlformats.org/officeDocument/2006/relationships/notesMaster" Target="/ppt/notesMasters/notesMaster1.xml" Id="R63017abde7d742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6 min. Presenta el taller como la materialización de la sesión anterior: la ruta de inferencia se convierte en código reutilizable.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Plantilla MUIAAp Operación de Modelos (reference.pptx)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8 min. Aclara el entregable desde el principio: un módulo local de inferencia, no un cuaderno adicional.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El diseño precede al código. Cada equipo debe decidir qué recibe la función y qué artefactos necesita.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10 min. Usa el visual para explicar que el módulo no es un archivo grande: es una frontera clara entre responsabilidades.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Imagen generada con OpenAI image generation para esta presentación; sin texto ni logotipos.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15 min. Presenta una interfaz pequeña y explícita. Los nombres son orientativos: cada equipo puede adoptar otros si conserva las responsabilidades.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Marca la transición al trabajo autónomo. El docente puede mostrar una extracción pequeña del notebook existente como punto de partida.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clase_mlops_mlflow/notebooks/3.1-inferencia-experimento.ipynb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35 min. Circula por los equipos. Si un módulo necesita ejecutar celdas anteriores, todavía no está separado del experimento.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clase_mlops_mlflow/notebooks/3.1-inferencia-experimento.ipynb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Introduce las pruebas antes de que los equipos terminen: una implementación que solo funciona con una entrada feliz no está lista para reutilizarse.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15 min. Pide tres pruebas cortas: una de éxito y dos de fallo. La calidad de un error se mide por si permite corregir la entrada.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10 min. Revisa el entregable con una pregunta: ¿otra persona puede ejecutar la inferencia sin conocer el cuaderno?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6 min. Cierra conectando el módulo con la próxima semana: serialización, validación de datos y pruebas básicas.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446bdff874262" /><Relationship Type="http://schemas.openxmlformats.org/officeDocument/2006/relationships/image" Target="/ppt/media/image2.jpeg" Id="R3c7cd559adfd4a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416a14e5943bc" /><Relationship Type="http://schemas.openxmlformats.org/officeDocument/2006/relationships/image" Target="/ppt/media/image3.jpeg" Id="R0e2b78961bfb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6e8d8a79643b2" /><Relationship Type="http://schemas.openxmlformats.org/officeDocument/2006/relationships/image" Target="/ppt/media/image.jpeg" Id="Rf686276d577547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5aac63a41415d" /><Relationship Type="http://schemas.openxmlformats.org/officeDocument/2006/relationships/image" Target="/ppt/media/image4.jpeg" Id="R4c9f16dc9a7d4a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8cc87aeee459a" /><Relationship Type="http://schemas.openxmlformats.org/officeDocument/2006/relationships/image" Target="/ppt/media/image5.jpeg" Id="R3615d6ad9c094f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0645497c84f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c0184fe044298" /><Relationship Type="http://schemas.openxmlformats.org/officeDocument/2006/relationships/image" Target="/ppt/media/image6.jpeg" Id="R68cb473c43ec4f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06069b629340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a9f33df3944b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1633525a7b4be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8bad79e181493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edb9bf2742465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fb02b583c9403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a5a23f4da54ad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4a1e419f95428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8151e1c6df414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0be794207a4b6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cecf057054468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326de61003461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e4a12706ff4fb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b7467ced364c2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825c9ec7c6456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1c4baea086413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d995d451e842f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718caac3bc481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dc455e95df423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19f395bd20456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a7df1ef262431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3284ff908b438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00175abebe44a7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c99829f70a453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b79ad2562b47a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f463018bb54095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6b713e1bc346c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c903b88a16484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377c76ab034b84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f9058c11e74643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e2809beaef4a83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378771fbcd49b7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4b1c4d46cc4a3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acbdd9fe404b0b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90825ec38e4ef4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288594d18447cd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4113e68e89490f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a4b546d594412c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6967cc9c7f49cc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1662d19a224bc5" /><Relationship Type="http://schemas.openxmlformats.org/officeDocument/2006/relationships/image" Target="/ppt/media/image.png" Id="R0daa6719a306470c" /></Relationships>
</file>

<file path=ppt/slideLayouts/slideLayout1.xml><?xml version="1.0" encoding="utf-8"?>
<p:sldLayout xmlns:p="http://schemas.openxmlformats.org/presentationml/2006/main" matchingName="1_Diapositiva de título">
  <p:cSld name="1_Diapositiva de título">
    <p:bg>
      <p:bgPr>
        <a:blipFill xmlns:a="http://schemas.openxmlformats.org/drawingml/2006/main">
          <a:blip xmlns:r="http://schemas.openxmlformats.org/officeDocument/2006/relationships" r:embed="R3c7cd559adfd4aa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B87ED9C-862D-470D-B703-E73172E55C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76801" y="613187"/>
            <a:ext cx="6554992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E094FE92-205E-4673-99EE-6AFE7DD38E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76800" y="4839167"/>
            <a:ext cx="6554993" cy="109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Diapositiva de título">
  <p:cSld name="Diapositiva de título">
    <p:bg>
      <p:bgPr>
        <a:blipFill xmlns:a="http://schemas.openxmlformats.org/drawingml/2006/main">
          <a:blip xmlns:r="http://schemas.openxmlformats.org/officeDocument/2006/relationships" r:embed="R0e2b78961bfb446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1E0A7F65-380D-464A-B74A-244F8EED9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0988" y="2232212"/>
            <a:ext cx="11228769" cy="364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None/>
              <a:defRPr sz="40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sng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Noto Sans Symbols"/>
              <a:buNone/>
              <a:defRPr sz="2667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Noto Sans Symbols"/>
              <a:buNone/>
              <a:defRPr sz="2133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92CCA4D-4EAD-4DA9-A08F-0C4BCC972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Encabezado de sección">
  <p:cSld name="Encabezado de sección">
    <p:bg>
      <p:bgPr>
        <a:blipFill xmlns:a="http://schemas.openxmlformats.org/drawingml/2006/main">
          <a:blip xmlns:r="http://schemas.openxmlformats.org/officeDocument/2006/relationships" r:embed="Rf686276d5775477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287B5F67-F802-4AB7-AC79-F7573DC580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7566" y="4839167"/>
            <a:ext cx="7384228" cy="109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815F71F3-16C3-42E6-B089-83615A0C19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47565" y="613187"/>
            <a:ext cx="7384228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Título y objetos">
  <p:cSld name="Título y objetos">
    <p:bg>
      <p:bgPr>
        <a:blipFill xmlns:a="http://schemas.openxmlformats.org/drawingml/2006/main">
          <a:blip xmlns:r="http://schemas.openxmlformats.org/officeDocument/2006/relationships" r:embed="R4c9f16dc9a7d4ab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18CA3C01-418E-4836-AE6F-A29D4652E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530ED43-58CC-4F2A-92E9-98C796372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Dos objetos">
  <p:cSld name="Dos objetos">
    <p:bg>
      <p:bgPr>
        <a:blipFill xmlns:a="http://schemas.openxmlformats.org/drawingml/2006/main">
          <a:blip xmlns:r="http://schemas.openxmlformats.org/officeDocument/2006/relationships" r:embed="R3615d6ad9c094f9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1F1237CB-45EF-49C2-A41E-394437CBC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33"/>
              <a:buFont typeface="Poppins"/>
              <a:buNone/>
              <a:defRPr sz="45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92E3C6A1-BB95-49A3-9E97-56BBF417A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Solo el título">
  <p:cSld name="Solo el títul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56D0AA75-42DD-4E1B-A37B-72279965D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2E0E8B29-409E-492D-8C36-80A4BB6552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En blanco">
  <p:cSld name="En blanco">
    <p:bg>
      <p:bgPr>
        <a:blipFill xmlns:a="http://schemas.openxmlformats.org/drawingml/2006/main">
          <a:blip xmlns:r="http://schemas.openxmlformats.org/officeDocument/2006/relationships" r:embed="R68cb473c43ec4fd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8">
            <a:extLst xmlns:a="http://schemas.openxmlformats.org/drawingml/2006/main">
              <a:ext uri="{FF2B5EF4-FFF2-40B4-BE49-F238E27FC236}">
                <a16:creationId xmlns:a16="http://schemas.microsoft.com/office/drawing/2014/main" id="{E8191758-FC5C-4F54-92CB-0C438BBDB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33"/>
              <a:buFont typeface="Poppins"/>
              <a:buNone/>
              <a:defRPr sz="45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0" name="Google Shape;30;p8">
            <a:extLst xmlns:a="http://schemas.openxmlformats.org/drawingml/2006/main">
              <a:ext uri="{FF2B5EF4-FFF2-40B4-BE49-F238E27FC236}">
                <a16:creationId xmlns:a16="http://schemas.microsoft.com/office/drawing/2014/main" id="{D4EFE49A-7F06-4A28-B71D-168822591B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65A"/>
              </a:buClr>
              <a:buSzPts val="3733"/>
              <a:buFont typeface="Noto Sans Symbols"/>
              <a:buChar char="▪"/>
              <a:defRPr sz="3733" b="0" i="0" u="none" cap="none">
                <a:solidFill>
                  <a:srgbClr val="53565A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Slide 1">
  <p:cSld name="Slide 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matchingName="Slide 55">
  <p:cSld name="Slide 5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7AAF82DF-909C-47B2-8224-B802E1206D6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671639" y="2537371"/>
            <a:ext cx="41631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0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ECF152FD-C61F-463B-9AAD-7B1BDEE6B33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549793" y="2190595"/>
            <a:ext cx="28911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B53BE49E-9E2C-42ED-B5EF-329641779630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504033" y="2190595"/>
            <a:ext cx="37791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B59128F6-604A-446D-A5C5-B3CE1698BB97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193629" y="4091896"/>
            <a:ext cx="4386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08A33E3B-7556-4DB8-88B1-1DADDCC93826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1549793" y="4091896"/>
            <a:ext cx="2262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482030FD-14D5-49FA-B752-2D1547C8C646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3869532" y="4091894"/>
            <a:ext cx="22668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1" name="Google Shape;41;p12">
            <a:extLst xmlns:a="http://schemas.openxmlformats.org/drawingml/2006/main">
              <a:ext uri="{FF2B5EF4-FFF2-40B4-BE49-F238E27FC236}">
                <a16:creationId xmlns:a16="http://schemas.microsoft.com/office/drawing/2014/main" id="{712EDDEA-9599-409F-803B-8936BAE4154B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329812" y="2190595"/>
            <a:ext cx="2250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1.xml><?xml version="1.0" encoding="utf-8"?>
<p:sldLayout xmlns:p="http://schemas.openxmlformats.org/presentationml/2006/main" matchingName="16_Custom Layout">
  <p:cSld name="1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F8176062-DCC2-467F-BC9B-ACFFE8C4E02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2.xml><?xml version="1.0" encoding="utf-8"?>
<p:sldLayout xmlns:p="http://schemas.openxmlformats.org/presentationml/2006/main" matchingName="Slide 7">
  <p:cSld name="Slide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ECC3241C-97F3-45F3-BA81-AD2011DC952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18028" y="2263691"/>
            <a:ext cx="7354500" cy="19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Slide 9">
  <p:cSld name="Slide 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5">
            <a:extLst xmlns:a="http://schemas.openxmlformats.org/drawingml/2006/main">
              <a:ext uri="{FF2B5EF4-FFF2-40B4-BE49-F238E27FC236}">
                <a16:creationId xmlns:a16="http://schemas.microsoft.com/office/drawing/2014/main" id="{418F707B-2DF1-4955-B3EA-A77A2F70517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03728" y="2528888"/>
            <a:ext cx="3339900" cy="43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4.xml><?xml version="1.0" encoding="utf-8"?>
<p:sldLayout xmlns:p="http://schemas.openxmlformats.org/presentationml/2006/main" matchingName="Slide 10">
  <p:cSld name="Slide 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6">
            <a:extLst xmlns:a="http://schemas.openxmlformats.org/drawingml/2006/main">
              <a:ext uri="{FF2B5EF4-FFF2-40B4-BE49-F238E27FC236}">
                <a16:creationId xmlns:a16="http://schemas.microsoft.com/office/drawing/2014/main" id="{57DD52A1-79B7-46B3-830E-2F911135149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2663597"/>
            <a:ext cx="12192000" cy="243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5.xml><?xml version="1.0" encoding="utf-8"?>
<p:sldLayout xmlns:p="http://schemas.openxmlformats.org/presentationml/2006/main" matchingName="Slide 21">
  <p:cSld name="Slide 2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7">
            <a:extLst xmlns:a="http://schemas.openxmlformats.org/drawingml/2006/main">
              <a:ext uri="{FF2B5EF4-FFF2-40B4-BE49-F238E27FC236}">
                <a16:creationId xmlns:a16="http://schemas.microsoft.com/office/drawing/2014/main" id="{CFC32506-F96B-41D9-BB1A-FEF416F8E07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85900" y="2395726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2" name="Google Shape;52;p17">
            <a:extLst xmlns:a="http://schemas.openxmlformats.org/drawingml/2006/main">
              <a:ext uri="{FF2B5EF4-FFF2-40B4-BE49-F238E27FC236}">
                <a16:creationId xmlns:a16="http://schemas.microsoft.com/office/drawing/2014/main" id="{72892054-03EF-4341-84CE-275601FCF4E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614861" y="2395725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" name="Google Shape;53;p17">
            <a:extLst xmlns:a="http://schemas.openxmlformats.org/drawingml/2006/main">
              <a:ext uri="{FF2B5EF4-FFF2-40B4-BE49-F238E27FC236}">
                <a16:creationId xmlns:a16="http://schemas.microsoft.com/office/drawing/2014/main" id="{A4DC09D8-E11B-474E-9381-A100931815B4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743822" y="2395724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6.xml><?xml version="1.0" encoding="utf-8"?>
<p:sldLayout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8">
            <a:extLst xmlns:a="http://schemas.openxmlformats.org/drawingml/2006/main">
              <a:ext uri="{FF2B5EF4-FFF2-40B4-BE49-F238E27FC236}">
                <a16:creationId xmlns:a16="http://schemas.microsoft.com/office/drawing/2014/main" id="{49D67134-F52F-4CA3-8F26-855718DC06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122614" y="3318038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6" name="Google Shape;56;p18">
            <a:extLst xmlns:a="http://schemas.openxmlformats.org/drawingml/2006/main">
              <a:ext uri="{FF2B5EF4-FFF2-40B4-BE49-F238E27FC236}">
                <a16:creationId xmlns:a16="http://schemas.microsoft.com/office/drawing/2014/main" id="{DEBD3E9F-D3F3-43E1-A9F5-CC28B1318DF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819075" y="2703673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7" name="Google Shape;57;p18">
            <a:extLst xmlns:a="http://schemas.openxmlformats.org/drawingml/2006/main">
              <a:ext uri="{FF2B5EF4-FFF2-40B4-BE49-F238E27FC236}">
                <a16:creationId xmlns:a16="http://schemas.microsoft.com/office/drawing/2014/main" id="{3E803F07-5819-4F88-8F1A-F0B0C126ADE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535134" y="3298172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8" name="Google Shape;58;p18">
            <a:extLst xmlns:a="http://schemas.openxmlformats.org/drawingml/2006/main">
              <a:ext uri="{FF2B5EF4-FFF2-40B4-BE49-F238E27FC236}">
                <a16:creationId xmlns:a16="http://schemas.microsoft.com/office/drawing/2014/main" id="{DC960337-E8DA-48FF-BA06-3B5DD189CC0B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9118190" y="2683806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7.xml><?xml version="1.0" encoding="utf-8"?>
<p:sldLayout xmlns:p="http://schemas.openxmlformats.org/presentationml/2006/main" matchingName="2_Custom Layout">
  <p:cSld name="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9">
            <a:extLst xmlns:a="http://schemas.openxmlformats.org/drawingml/2006/main">
              <a:ext uri="{FF2B5EF4-FFF2-40B4-BE49-F238E27FC236}">
                <a16:creationId xmlns:a16="http://schemas.microsoft.com/office/drawing/2014/main" id="{0B559B4C-8ED5-4AF6-A4DD-F0F8E81B8A1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1" name="Google Shape;61;p19">
            <a:extLst xmlns:a="http://schemas.openxmlformats.org/drawingml/2006/main">
              <a:ext uri="{FF2B5EF4-FFF2-40B4-BE49-F238E27FC236}">
                <a16:creationId xmlns:a16="http://schemas.microsoft.com/office/drawing/2014/main" id="{D77D5635-9E4F-417D-A060-D0390EFE9D0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4384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2" name="Google Shape;62;p19">
            <a:extLst xmlns:a="http://schemas.openxmlformats.org/drawingml/2006/main">
              <a:ext uri="{FF2B5EF4-FFF2-40B4-BE49-F238E27FC236}">
                <a16:creationId xmlns:a16="http://schemas.microsoft.com/office/drawing/2014/main" id="{74AD50DF-147A-4FFF-9442-93BE5593E072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8768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3" name="Google Shape;63;p19">
            <a:extLst xmlns:a="http://schemas.openxmlformats.org/drawingml/2006/main">
              <a:ext uri="{FF2B5EF4-FFF2-40B4-BE49-F238E27FC236}">
                <a16:creationId xmlns:a16="http://schemas.microsoft.com/office/drawing/2014/main" id="{B0615177-EC10-4F02-A9C4-518BFFC343A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73152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9">
            <a:extLst xmlns:a="http://schemas.openxmlformats.org/drawingml/2006/main">
              <a:ext uri="{FF2B5EF4-FFF2-40B4-BE49-F238E27FC236}">
                <a16:creationId xmlns:a16="http://schemas.microsoft.com/office/drawing/2014/main" id="{49798CE7-813A-4085-B4DF-5BF9D8551DE4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97536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8.xml><?xml version="1.0" encoding="utf-8"?>
<p:sldLayout xmlns:p="http://schemas.openxmlformats.org/presentationml/2006/main" matchingName="6_Custom Layout">
  <p:cSld name="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0">
            <a:extLst xmlns:a="http://schemas.openxmlformats.org/drawingml/2006/main">
              <a:ext uri="{FF2B5EF4-FFF2-40B4-BE49-F238E27FC236}">
                <a16:creationId xmlns:a16="http://schemas.microsoft.com/office/drawing/2014/main" id="{35B2137E-FF20-43BE-82C3-3788B3CE07D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5999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7" name="Google Shape;67;p20">
            <a:extLst xmlns:a="http://schemas.openxmlformats.org/drawingml/2006/main">
              <a:ext uri="{FF2B5EF4-FFF2-40B4-BE49-F238E27FC236}">
                <a16:creationId xmlns:a16="http://schemas.microsoft.com/office/drawing/2014/main" id="{43B8C51D-ACE2-46C3-AFFD-8A265DEE62B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972347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0">
            <a:extLst xmlns:a="http://schemas.openxmlformats.org/drawingml/2006/main">
              <a:ext uri="{FF2B5EF4-FFF2-40B4-BE49-F238E27FC236}">
                <a16:creationId xmlns:a16="http://schemas.microsoft.com/office/drawing/2014/main" id="{BCD0499F-5E80-445A-99D4-751AFCCB3B6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534173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0">
            <a:extLst xmlns:a="http://schemas.openxmlformats.org/drawingml/2006/main">
              <a:ext uri="{FF2B5EF4-FFF2-40B4-BE49-F238E27FC236}">
                <a16:creationId xmlns:a16="http://schemas.microsoft.com/office/drawing/2014/main" id="{48F27325-08A8-4B59-A54F-EB8EC5427447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657825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9.xml><?xml version="1.0" encoding="utf-8"?>
<p:sldLayout xmlns:p="http://schemas.openxmlformats.org/presentationml/2006/main" matchingName="8_Custom Layout">
  <p:cSld name="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21">
            <a:extLst xmlns:a="http://schemas.openxmlformats.org/drawingml/2006/main">
              <a:ext uri="{FF2B5EF4-FFF2-40B4-BE49-F238E27FC236}">
                <a16:creationId xmlns:a16="http://schemas.microsoft.com/office/drawing/2014/main" id="{BAEE6D15-C0C3-4353-B885-860EB56B585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82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0.xml><?xml version="1.0" encoding="utf-8"?>
<p:sldLayout xmlns:p="http://schemas.openxmlformats.org/presentationml/2006/main" matchingName="9_Custom Layout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2">
            <a:extLst xmlns:a="http://schemas.openxmlformats.org/drawingml/2006/main">
              <a:ext uri="{FF2B5EF4-FFF2-40B4-BE49-F238E27FC236}">
                <a16:creationId xmlns:a16="http://schemas.microsoft.com/office/drawing/2014/main" id="{6D0DD5DB-DB90-4CDF-9030-A078E047165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54182" y="595116"/>
            <a:ext cx="11083500" cy="56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1.xml><?xml version="1.0" encoding="utf-8"?>
<p:sldLayout xmlns:p="http://schemas.openxmlformats.org/presentationml/2006/main" matchingName="10_Custom Layout">
  <p:cSld name="1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23">
            <a:extLst xmlns:a="http://schemas.openxmlformats.org/drawingml/2006/main">
              <a:ext uri="{FF2B5EF4-FFF2-40B4-BE49-F238E27FC236}">
                <a16:creationId xmlns:a16="http://schemas.microsoft.com/office/drawing/2014/main" id="{43C069FE-49AE-472D-BEB7-D2339C3B193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305694" y="2355619"/>
            <a:ext cx="2133600" cy="213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6" name="Google Shape;76;p23">
            <a:extLst xmlns:a="http://schemas.openxmlformats.org/drawingml/2006/main">
              <a:ext uri="{FF2B5EF4-FFF2-40B4-BE49-F238E27FC236}">
                <a16:creationId xmlns:a16="http://schemas.microsoft.com/office/drawing/2014/main" id="{A6382E72-2F00-4AF4-BAF5-8C19091F8C2C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963294" y="2355619"/>
            <a:ext cx="2133600" cy="213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2.xml><?xml version="1.0" encoding="utf-8"?>
<p:sldLayout xmlns:p="http://schemas.openxmlformats.org/presentationml/2006/main" matchingName="12_Custom Layout">
  <p:cSld name="1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FEFABFDE-D760-4045-A9D7-B78EEBC2E01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82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3.xml><?xml version="1.0" encoding="utf-8"?>
<p:sldLayout xmlns:p="http://schemas.openxmlformats.org/presentationml/2006/main" matchingName="31_Custom Layout">
  <p:cSld name="3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A54D8809-8A64-446C-AA5F-4A3F2A93573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88858" y="3105953"/>
            <a:ext cx="22644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4.xml><?xml version="1.0" encoding="utf-8"?>
<p:sldLayout xmlns:p="http://schemas.openxmlformats.org/presentationml/2006/main" matchingName="32_Custom Layout">
  <p:cSld name="3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26">
            <a:extLst xmlns:a="http://schemas.openxmlformats.org/drawingml/2006/main">
              <a:ext uri="{FF2B5EF4-FFF2-40B4-BE49-F238E27FC236}">
                <a16:creationId xmlns:a16="http://schemas.microsoft.com/office/drawing/2014/main" id="{09D7FF79-18BA-46A8-B166-0E8E2E7FB8D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22872" y="1769840"/>
            <a:ext cx="1897200" cy="3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5.xml><?xml version="1.0" encoding="utf-8"?>
<p:sldLayout xmlns:p="http://schemas.openxmlformats.org/presentationml/2006/main" matchingName="33_Custom Layout">
  <p:cSld name="3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27">
            <a:extLst xmlns:a="http://schemas.openxmlformats.org/drawingml/2006/main">
              <a:ext uri="{FF2B5EF4-FFF2-40B4-BE49-F238E27FC236}">
                <a16:creationId xmlns:a16="http://schemas.microsoft.com/office/drawing/2014/main" id="{764D2FE2-DC68-426D-9570-3E80784A61F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28863" y="4201801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27">
            <a:extLst xmlns:a="http://schemas.openxmlformats.org/drawingml/2006/main">
              <a:ext uri="{FF2B5EF4-FFF2-40B4-BE49-F238E27FC236}">
                <a16:creationId xmlns:a16="http://schemas.microsoft.com/office/drawing/2014/main" id="{4FAA1329-FBEC-433D-8D74-0F4458261ED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926590" y="2999827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6" name="Google Shape;86;p27">
            <a:extLst xmlns:a="http://schemas.openxmlformats.org/drawingml/2006/main">
              <a:ext uri="{FF2B5EF4-FFF2-40B4-BE49-F238E27FC236}">
                <a16:creationId xmlns:a16="http://schemas.microsoft.com/office/drawing/2014/main" id="{62EB0FB9-322D-4659-BD19-D6EFB79E5761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527575" y="4220214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6.xml><?xml version="1.0" encoding="utf-8"?>
<p:sldLayout xmlns:p="http://schemas.openxmlformats.org/presentationml/2006/main" matchingName="34_Custom Layout">
  <p:cSld name="3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28">
            <a:extLst xmlns:a="http://schemas.openxmlformats.org/drawingml/2006/main">
              <a:ext uri="{FF2B5EF4-FFF2-40B4-BE49-F238E27FC236}">
                <a16:creationId xmlns:a16="http://schemas.microsoft.com/office/drawing/2014/main" id="{6D0E406A-7E93-4A35-B619-47441F5F539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739679" y="1505368"/>
            <a:ext cx="1890000" cy="33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7.xml><?xml version="1.0" encoding="utf-8"?>
<p:sldLayout xmlns:p="http://schemas.openxmlformats.org/presentationml/2006/main" matchingName="35_Custom Layout">
  <p:cSld name="3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29">
            <a:extLst xmlns:a="http://schemas.openxmlformats.org/drawingml/2006/main">
              <a:ext uri="{FF2B5EF4-FFF2-40B4-BE49-F238E27FC236}">
                <a16:creationId xmlns:a16="http://schemas.microsoft.com/office/drawing/2014/main" id="{96CD1491-D1EA-427E-80FF-AA07EA218FD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156447" y="2124000"/>
            <a:ext cx="2750400" cy="47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8.xml><?xml version="1.0" encoding="utf-8"?>
<p:sldLayout xmlns:p="http://schemas.openxmlformats.org/presentationml/2006/main" matchingName="36_Custom Layout">
  <p:cSld name="3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30">
            <a:extLst xmlns:a="http://schemas.openxmlformats.org/drawingml/2006/main">
              <a:ext uri="{FF2B5EF4-FFF2-40B4-BE49-F238E27FC236}">
                <a16:creationId xmlns:a16="http://schemas.microsoft.com/office/drawing/2014/main" id="{D2C7CA37-8828-4262-B27D-4DDA843328E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19923" y="2057729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9.xml><?xml version="1.0" encoding="utf-8"?>
<p:sldLayout xmlns:p="http://schemas.openxmlformats.org/presentationml/2006/main" matchingName="26_Custom Layout">
  <p:cSld name="2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31">
            <a:extLst xmlns:a="http://schemas.openxmlformats.org/drawingml/2006/main">
              <a:ext uri="{FF2B5EF4-FFF2-40B4-BE49-F238E27FC236}">
                <a16:creationId xmlns:a16="http://schemas.microsoft.com/office/drawing/2014/main" id="{13A190BA-B13D-484C-88BD-DA575AEE8AE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715833" y="2072319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0.xml><?xml version="1.0" encoding="utf-8"?>
<p:sldLayout xmlns:p="http://schemas.openxmlformats.org/presentationml/2006/main" matchingName="7_Custom Layout">
  <p:cSld name="7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32">
            <a:extLst xmlns:a="http://schemas.openxmlformats.org/drawingml/2006/main">
              <a:ext uri="{FF2B5EF4-FFF2-40B4-BE49-F238E27FC236}">
                <a16:creationId xmlns:a16="http://schemas.microsoft.com/office/drawing/2014/main" id="{0E7D81F3-5B6F-4D4D-AC14-3CDBBABE69C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3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1.xml><?xml version="1.0" encoding="utf-8"?>
<p:sldLayout xmlns:p="http://schemas.openxmlformats.org/presentationml/2006/main" matchingName="30_Custom Layout">
  <p:cSld name="3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33">
            <a:extLst xmlns:a="http://schemas.openxmlformats.org/drawingml/2006/main">
              <a:ext uri="{FF2B5EF4-FFF2-40B4-BE49-F238E27FC236}">
                <a16:creationId xmlns:a16="http://schemas.microsoft.com/office/drawing/2014/main" id="{C19CFB12-632D-4E35-8760-D9814385110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614611" y="2395725"/>
            <a:ext cx="2844000" cy="28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2.xml><?xml version="1.0" encoding="utf-8"?>
<p:sldLayout xmlns:p="http://schemas.openxmlformats.org/presentationml/2006/main" matchingName="Slide 54">
  <p:cSld name="Slide 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34">
            <a:extLst xmlns:a="http://schemas.openxmlformats.org/drawingml/2006/main">
              <a:ext uri="{FF2B5EF4-FFF2-40B4-BE49-F238E27FC236}">
                <a16:creationId xmlns:a16="http://schemas.microsoft.com/office/drawing/2014/main" id="{D6E29830-835F-4552-8D40-1965E258C28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14549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1" name="Google Shape;101;p34">
            <a:extLst xmlns:a="http://schemas.openxmlformats.org/drawingml/2006/main">
              <a:ext uri="{FF2B5EF4-FFF2-40B4-BE49-F238E27FC236}">
                <a16:creationId xmlns:a16="http://schemas.microsoft.com/office/drawing/2014/main" id="{42B5D690-3A57-4416-B8AE-875C6659DC0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257674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2" name="Google Shape;102;p34">
            <a:extLst xmlns:a="http://schemas.openxmlformats.org/drawingml/2006/main">
              <a:ext uri="{FF2B5EF4-FFF2-40B4-BE49-F238E27FC236}">
                <a16:creationId xmlns:a16="http://schemas.microsoft.com/office/drawing/2014/main" id="{112AEBD6-E50E-4A8A-B36A-3EB3269BA63F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400799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3" name="Google Shape;103;p34">
            <a:extLst xmlns:a="http://schemas.openxmlformats.org/drawingml/2006/main">
              <a:ext uri="{FF2B5EF4-FFF2-40B4-BE49-F238E27FC236}">
                <a16:creationId xmlns:a16="http://schemas.microsoft.com/office/drawing/2014/main" id="{513EFA91-7F99-4C8F-A484-E5755BFA5910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543924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4" name="Google Shape;104;p34">
            <a:extLst xmlns:a="http://schemas.openxmlformats.org/drawingml/2006/main">
              <a:ext uri="{FF2B5EF4-FFF2-40B4-BE49-F238E27FC236}">
                <a16:creationId xmlns:a16="http://schemas.microsoft.com/office/drawing/2014/main" id="{7367B162-7B5B-4C56-8F2B-E76331D20123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2114549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5" name="Google Shape;105;p34">
            <a:extLst xmlns:a="http://schemas.openxmlformats.org/drawingml/2006/main">
              <a:ext uri="{FF2B5EF4-FFF2-40B4-BE49-F238E27FC236}">
                <a16:creationId xmlns:a16="http://schemas.microsoft.com/office/drawing/2014/main" id="{65F35168-FCA0-4F6D-961A-2FCECDA1633D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4257674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6" name="Google Shape;106;p34">
            <a:extLst xmlns:a="http://schemas.openxmlformats.org/drawingml/2006/main">
              <a:ext uri="{FF2B5EF4-FFF2-40B4-BE49-F238E27FC236}">
                <a16:creationId xmlns:a16="http://schemas.microsoft.com/office/drawing/2014/main" id="{6E3C0A85-4D5F-4990-8584-4ECCBCACF256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6400799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7" name="Google Shape;107;p34">
            <a:extLst xmlns:a="http://schemas.openxmlformats.org/drawingml/2006/main">
              <a:ext uri="{FF2B5EF4-FFF2-40B4-BE49-F238E27FC236}">
                <a16:creationId xmlns:a16="http://schemas.microsoft.com/office/drawing/2014/main" id="{06ABF08F-CAF4-4A31-AEAB-A82F399AD862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8543924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3.xml><?xml version="1.0" encoding="utf-8"?>
<p:sldLayout xmlns:p="http://schemas.openxmlformats.org/presentationml/2006/main" matchingName="3_Custom Layout">
  <p:cSld name="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35">
            <a:extLst xmlns:a="http://schemas.openxmlformats.org/drawingml/2006/main">
              <a:ext uri="{FF2B5EF4-FFF2-40B4-BE49-F238E27FC236}">
                <a16:creationId xmlns:a16="http://schemas.microsoft.com/office/drawing/2014/main" id="{D5E5782A-300C-4E90-B9D0-440A9E8AF64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291769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35">
            <a:extLst xmlns:a="http://schemas.openxmlformats.org/drawingml/2006/main">
              <a:ext uri="{FF2B5EF4-FFF2-40B4-BE49-F238E27FC236}">
                <a16:creationId xmlns:a16="http://schemas.microsoft.com/office/drawing/2014/main" id="{28D525D7-D8B2-4E94-BC45-3381FE3886E0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625067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1" name="Google Shape;111;p35">
            <a:extLst xmlns:a="http://schemas.openxmlformats.org/drawingml/2006/main">
              <a:ext uri="{FF2B5EF4-FFF2-40B4-BE49-F238E27FC236}">
                <a16:creationId xmlns:a16="http://schemas.microsoft.com/office/drawing/2014/main" id="{13E54729-CD9E-4EDD-8A3F-44CAE6D1E03E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958363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4.xml><?xml version="1.0" encoding="utf-8"?>
<p:sldLayout xmlns:p="http://schemas.openxmlformats.org/presentationml/2006/main" matchingName="4_Custom Layout">
  <p:cSld name="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36">
            <a:extLst xmlns:a="http://schemas.openxmlformats.org/drawingml/2006/main">
              <a:ext uri="{FF2B5EF4-FFF2-40B4-BE49-F238E27FC236}">
                <a16:creationId xmlns:a16="http://schemas.microsoft.com/office/drawing/2014/main" id="{D80DC17C-81AF-4DC4-B3EA-5D3583DE9FD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23837" y="233566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4" name="Google Shape;114;p36">
            <a:extLst xmlns:a="http://schemas.openxmlformats.org/drawingml/2006/main">
              <a:ext uri="{FF2B5EF4-FFF2-40B4-BE49-F238E27FC236}">
                <a16:creationId xmlns:a16="http://schemas.microsoft.com/office/drawing/2014/main" id="{80DEB7B6-A631-4662-AE6D-699FB2F7EFF6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947974" y="4225636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5" name="Google Shape;115;p36">
            <a:extLst xmlns:a="http://schemas.openxmlformats.org/drawingml/2006/main">
              <a:ext uri="{FF2B5EF4-FFF2-40B4-BE49-F238E27FC236}">
                <a16:creationId xmlns:a16="http://schemas.microsoft.com/office/drawing/2014/main" id="{B206D7BA-3F25-4934-B2CB-22FBA5E25C24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947974" y="2335667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5.xml><?xml version="1.0" encoding="utf-8"?>
<p:sldLayout xmlns:p="http://schemas.openxmlformats.org/presentationml/2006/main" matchingName="5_Custom Layout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37">
            <a:extLst xmlns:a="http://schemas.openxmlformats.org/drawingml/2006/main">
              <a:ext uri="{FF2B5EF4-FFF2-40B4-BE49-F238E27FC236}">
                <a16:creationId xmlns:a16="http://schemas.microsoft.com/office/drawing/2014/main" id="{819ADFE8-5F77-401C-AF2A-DD15A83FC43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569184" y="233566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8" name="Google Shape;118;p37">
            <a:extLst xmlns:a="http://schemas.openxmlformats.org/drawingml/2006/main">
              <a:ext uri="{FF2B5EF4-FFF2-40B4-BE49-F238E27FC236}">
                <a16:creationId xmlns:a16="http://schemas.microsoft.com/office/drawing/2014/main" id="{77C829A2-7CFC-4444-9663-1D1ABFB42CC8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41733" y="4225636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37">
            <a:extLst xmlns:a="http://schemas.openxmlformats.org/drawingml/2006/main">
              <a:ext uri="{FF2B5EF4-FFF2-40B4-BE49-F238E27FC236}">
                <a16:creationId xmlns:a16="http://schemas.microsoft.com/office/drawing/2014/main" id="{3E736B06-6006-420A-80CC-04F7A6901BD3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5941733" y="2335667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6.xml><?xml version="1.0" encoding="utf-8"?>
<p:sldLayout xmlns:p="http://schemas.openxmlformats.org/presentationml/2006/main" matchingName="11_Custom Layout">
  <p:cSld name="1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38">
            <a:extLst xmlns:a="http://schemas.openxmlformats.org/drawingml/2006/main">
              <a:ext uri="{FF2B5EF4-FFF2-40B4-BE49-F238E27FC236}">
                <a16:creationId xmlns:a16="http://schemas.microsoft.com/office/drawing/2014/main" id="{EF7B3FBB-A6E8-46D1-BF6A-D246AD4C448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24247" y="2053590"/>
            <a:ext cx="1939500" cy="193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7.xml><?xml version="1.0" encoding="utf-8"?>
<p:sldLayout xmlns:p="http://schemas.openxmlformats.org/presentationml/2006/main" matchingName="13_Custom Layout">
  <p:cSld name="1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39">
            <a:extLst xmlns:a="http://schemas.openxmlformats.org/drawingml/2006/main">
              <a:ext uri="{FF2B5EF4-FFF2-40B4-BE49-F238E27FC236}">
                <a16:creationId xmlns:a16="http://schemas.microsoft.com/office/drawing/2014/main" id="{8D6342BB-01A5-433A-BD5E-F855611566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8.xml><?xml version="1.0" encoding="utf-8"?>
<p:sldLayout xmlns:p="http://schemas.openxmlformats.org/presentationml/2006/main" matchingName="14_Custom Layout">
  <p:cSld name="1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40">
            <a:extLst xmlns:a="http://schemas.openxmlformats.org/drawingml/2006/main">
              <a:ext uri="{FF2B5EF4-FFF2-40B4-BE49-F238E27FC236}">
                <a16:creationId xmlns:a16="http://schemas.microsoft.com/office/drawing/2014/main" id="{6050ED59-D429-4482-B2A9-EDEA65B1742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890989" y="2292914"/>
            <a:ext cx="4697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6" name="Google Shape;126;p40">
            <a:extLst xmlns:a="http://schemas.openxmlformats.org/drawingml/2006/main">
              <a:ext uri="{FF2B5EF4-FFF2-40B4-BE49-F238E27FC236}">
                <a16:creationId xmlns:a16="http://schemas.microsoft.com/office/drawing/2014/main" id="{8E024FFA-8434-4003-9A40-DEFFA4FD7FC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890989" y="3989709"/>
            <a:ext cx="2282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7" name="Google Shape;127;p40">
            <a:extLst xmlns:a="http://schemas.openxmlformats.org/drawingml/2006/main">
              <a:ext uri="{FF2B5EF4-FFF2-40B4-BE49-F238E27FC236}">
                <a16:creationId xmlns:a16="http://schemas.microsoft.com/office/drawing/2014/main" id="{A3145F9C-6ECC-4DEF-8CE3-3366D8AAF1D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8306010" y="3989709"/>
            <a:ext cx="2282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9.xml><?xml version="1.0" encoding="utf-8"?>
<p:sldLayout xmlns:p="http://schemas.openxmlformats.org/presentationml/2006/main" matchingName="20_Custom Layout">
  <p:cSld name="2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41">
            <a:extLst xmlns:a="http://schemas.openxmlformats.org/drawingml/2006/main">
              <a:ext uri="{FF2B5EF4-FFF2-40B4-BE49-F238E27FC236}">
                <a16:creationId xmlns:a16="http://schemas.microsoft.com/office/drawing/2014/main" id="{89F162AD-7435-4DDA-995D-D7DD5B67D0B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17919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41">
            <a:extLst xmlns:a="http://schemas.openxmlformats.org/drawingml/2006/main">
              <a:ext uri="{FF2B5EF4-FFF2-40B4-BE49-F238E27FC236}">
                <a16:creationId xmlns:a16="http://schemas.microsoft.com/office/drawing/2014/main" id="{698E89D2-149D-4B6F-9A05-8ED6DB4169C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019691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1" name="Google Shape;131;p41">
            <a:extLst xmlns:a="http://schemas.openxmlformats.org/drawingml/2006/main">
              <a:ext uri="{FF2B5EF4-FFF2-40B4-BE49-F238E27FC236}">
                <a16:creationId xmlns:a16="http://schemas.microsoft.com/office/drawing/2014/main" id="{5261546E-1C33-4605-AD23-638D071C1785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221163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2" name="Google Shape;132;p41">
            <a:extLst xmlns:a="http://schemas.openxmlformats.org/drawingml/2006/main">
              <a:ext uri="{FF2B5EF4-FFF2-40B4-BE49-F238E27FC236}">
                <a16:creationId xmlns:a16="http://schemas.microsoft.com/office/drawing/2014/main" id="{E7E96542-07F6-40C2-B44D-8DFA0BD0E782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422635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0.xml><?xml version="1.0" encoding="utf-8"?>
<p:sldLayout xmlns:p="http://schemas.openxmlformats.org/presentationml/2006/main" matchingName="21_Custom Layout">
  <p:cSld name="2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42">
            <a:extLst xmlns:a="http://schemas.openxmlformats.org/drawingml/2006/main">
              <a:ext uri="{FF2B5EF4-FFF2-40B4-BE49-F238E27FC236}">
                <a16:creationId xmlns:a16="http://schemas.microsoft.com/office/drawing/2014/main" id="{D8FE38EB-0A1E-498B-9995-9805E87F7F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257502" y="2397072"/>
            <a:ext cx="2437200" cy="34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1.xml><?xml version="1.0" encoding="utf-8"?>
<p:sldLayout xmlns:p="http://schemas.openxmlformats.org/presentationml/2006/main" matchingName="18_Custom Layout">
  <p:cSld name="1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43">
            <a:extLst xmlns:a="http://schemas.openxmlformats.org/drawingml/2006/main">
              <a:ext uri="{FF2B5EF4-FFF2-40B4-BE49-F238E27FC236}">
                <a16:creationId xmlns:a16="http://schemas.microsoft.com/office/drawing/2014/main" id="{21A6E485-DECC-45D3-8BF0-D7953769D08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3311236"/>
            <a:ext cx="12192000" cy="354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2.xml><?xml version="1.0" encoding="utf-8"?>
<p:sldLayout xmlns:p="http://schemas.openxmlformats.org/presentationml/2006/main" matchingName="19_Custom Layout">
  <p:cSld name="1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44">
            <a:extLst xmlns:a="http://schemas.openxmlformats.org/drawingml/2006/main">
              <a:ext uri="{FF2B5EF4-FFF2-40B4-BE49-F238E27FC236}">
                <a16:creationId xmlns:a16="http://schemas.microsoft.com/office/drawing/2014/main" id="{B46B2AA1-6820-4979-A16B-3DEE62FC4B1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3.xml><?xml version="1.0" encoding="utf-8"?>
<p:sldLayout xmlns:p="http://schemas.openxmlformats.org/presentationml/2006/main" matchingName="37_Custom Layout">
  <p:cSld name="37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45">
            <a:extLst xmlns:a="http://schemas.openxmlformats.org/drawingml/2006/main">
              <a:ext uri="{FF2B5EF4-FFF2-40B4-BE49-F238E27FC236}">
                <a16:creationId xmlns:a16="http://schemas.microsoft.com/office/drawing/2014/main" id="{A5F698B9-BADD-45A3-9B0A-9E0F49A0656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068646" y="1865313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4.xml><?xml version="1.0" encoding="utf-8"?>
<p:sldLayout xmlns:p="http://schemas.openxmlformats.org/presentationml/2006/main" matchingName="38_Custom Layout">
  <p:cSld name="3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46">
            <a:extLst xmlns:a="http://schemas.openxmlformats.org/drawingml/2006/main">
              <a:ext uri="{FF2B5EF4-FFF2-40B4-BE49-F238E27FC236}">
                <a16:creationId xmlns:a16="http://schemas.microsoft.com/office/drawing/2014/main" id="{EB1F03AB-F5B7-4BB8-96DB-3B8B05EB9D6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06361" y="2118584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5.xml><?xml version="1.0" encoding="utf-8"?>
<p:sldLayout xmlns:p="http://schemas.openxmlformats.org/presentationml/2006/main" showMasterSp="0" matchingName="Title Slide">
  <p:cSld name="Title Slid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47">
            <a:extLst xmlns:a="http://schemas.openxmlformats.org/drawingml/2006/main">
              <a:ext uri="{FF2B5EF4-FFF2-40B4-BE49-F238E27FC236}">
                <a16:creationId xmlns:a16="http://schemas.microsoft.com/office/drawing/2014/main" id="{D90039DB-D198-45B3-A4D5-C94D3B3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59" y="0"/>
            <a:ext cx="1621198" cy="3426857"/>
          </a:xfrm>
          <a:custGeom xmlns:a="http://schemas.openxmlformats.org/drawingml/2006/main">
            <a:rect l="l" t="t" r="r" b="b"/>
            <a:pathLst>
              <a:path w="1216659" h="2571750">
                <a:moveTo>
                  <a:pt x="1216152" y="0"/>
                </a:moveTo>
                <a:lnTo>
                  <a:pt x="0" y="0"/>
                </a:lnTo>
                <a:lnTo>
                  <a:pt x="0" y="2571750"/>
                </a:lnTo>
                <a:lnTo>
                  <a:pt x="1216152" y="2571750"/>
                </a:lnTo>
                <a:lnTo>
                  <a:pt x="1216152" y="0"/>
                </a:lnTo>
                <a:close/>
              </a:path>
            </a:pathLst>
          </a:custGeom>
          <a:solidFill xmlns:a="http://schemas.openxmlformats.org/drawingml/2006/main">
            <a:srgbClr val="498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5" name="Google Shape;145;p47">
            <a:extLst xmlns:a="http://schemas.openxmlformats.org/drawingml/2006/main">
              <a:ext uri="{FF2B5EF4-FFF2-40B4-BE49-F238E27FC236}">
                <a16:creationId xmlns:a16="http://schemas.microsoft.com/office/drawing/2014/main" id="{64726A0E-5762-437F-B027-2A7AA9F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959" y="3429000"/>
            <a:ext cx="1589045" cy="3426857"/>
          </a:xfrm>
          <a:custGeom xmlns:a="http://schemas.openxmlformats.org/drawingml/2006/main">
            <a:rect l="l" t="t" r="r" b="b"/>
            <a:pathLst>
              <a:path w="1192529" h="2571750">
                <a:moveTo>
                  <a:pt x="1192529" y="0"/>
                </a:moveTo>
                <a:lnTo>
                  <a:pt x="0" y="0"/>
                </a:lnTo>
                <a:lnTo>
                  <a:pt x="0" y="2571750"/>
                </a:lnTo>
                <a:lnTo>
                  <a:pt x="1192529" y="2571750"/>
                </a:lnTo>
                <a:lnTo>
                  <a:pt x="1192529" y="0"/>
                </a:lnTo>
                <a:close/>
              </a:path>
            </a:pathLst>
          </a:custGeom>
          <a:solidFill xmlns:a="http://schemas.openxmlformats.org/drawingml/2006/main">
            <a:srgbClr val="003A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6" name="Google Shape;146;p47">
            <a:extLst xmlns:a="http://schemas.openxmlformats.org/drawingml/2006/main">
              <a:ext uri="{FF2B5EF4-FFF2-40B4-BE49-F238E27FC236}">
                <a16:creationId xmlns:a16="http://schemas.microsoft.com/office/drawing/2014/main" id="{DBB880BA-9B4B-4753-983D-BC8E53057FA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32612" y="439513"/>
            <a:ext cx="4526700" cy="6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3700" b="1" i="0">
                <a:solidFill>
                  <a:srgbClr val="003AA2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7" name="Google Shape;147;p47">
            <a:extLst xmlns:a="http://schemas.openxmlformats.org/drawingml/2006/main">
              <a:ext uri="{FF2B5EF4-FFF2-40B4-BE49-F238E27FC236}">
                <a16:creationId xmlns:a16="http://schemas.microsoft.com/office/drawing/2014/main" id="{2B204A2E-4746-42CE-9C16-F52A8D2675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8" name="Google Shape;148;p47">
            <a:extLst xmlns:a="http://schemas.openxmlformats.org/drawingml/2006/main">
              <a:ext uri="{FF2B5EF4-FFF2-40B4-BE49-F238E27FC236}">
                <a16:creationId xmlns:a16="http://schemas.microsoft.com/office/drawing/2014/main" id="{B377E15A-1F82-49C2-9E6F-18EE10BB6E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9" name="Google Shape;149;p47">
            <a:extLst xmlns:a="http://schemas.openxmlformats.org/drawingml/2006/main">
              <a:ext uri="{FF2B5EF4-FFF2-40B4-BE49-F238E27FC236}">
                <a16:creationId xmlns:a16="http://schemas.microsoft.com/office/drawing/2014/main" id="{A1AB459B-DD14-48C0-A043-5AFACA0F5B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0" name="Google Shape;150;p47">
            <a:extLst xmlns:a="http://schemas.openxmlformats.org/drawingml/2006/main">
              <a:ext uri="{FF2B5EF4-FFF2-40B4-BE49-F238E27FC236}">
                <a16:creationId xmlns:a16="http://schemas.microsoft.com/office/drawing/2014/main" id="{230CFBC1-3D56-4D9A-A5FD-97A568F676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1pPr>
            <a:lvl2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48">
            <a:extLst xmlns:a="http://schemas.openxmlformats.org/drawingml/2006/main">
              <a:ext uri="{FF2B5EF4-FFF2-40B4-BE49-F238E27FC236}">
                <a16:creationId xmlns:a16="http://schemas.microsoft.com/office/drawing/2014/main" id="{E4021B01-249C-4BD5-9B35-31DD1BFD9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76892" y="439513"/>
            <a:ext cx="3438300" cy="6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3700" b="1" i="0">
                <a:solidFill>
                  <a:srgbClr val="003AA2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3" name="Google Shape;153;p48">
            <a:extLst xmlns:a="http://schemas.openxmlformats.org/drawingml/2006/main">
              <a:ext uri="{FF2B5EF4-FFF2-40B4-BE49-F238E27FC236}">
                <a16:creationId xmlns:a16="http://schemas.microsoft.com/office/drawing/2014/main" id="{D94B905D-0AEE-448B-9C35-2DD618B41B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5253" y="1147764"/>
            <a:ext cx="11463300" cy="43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400" b="1" i="0">
                <a:solidFill>
                  <a:srgbClr val="003AA2"/>
                </a:solidFill>
                <a:latin typeface="Calibri"/>
                <a:ea typeface="Calibri"/>
                <a:cs typeface="Calibri"/>
              </a:defRPr>
            </a:lvl1pPr>
            <a:lvl2pPr marL="9144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marL="13716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marL="18288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marL="22860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marL="27432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marL="32004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marL="36576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marL="41148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4" name="Google Shape;154;p48">
            <a:extLst xmlns:a="http://schemas.openxmlformats.org/drawingml/2006/main">
              <a:ext uri="{FF2B5EF4-FFF2-40B4-BE49-F238E27FC236}">
                <a16:creationId xmlns:a16="http://schemas.microsoft.com/office/drawing/2014/main" id="{1535FE86-48FC-4328-9529-0930671C1F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5" name="Google Shape;155;p48">
            <a:extLst xmlns:a="http://schemas.openxmlformats.org/drawingml/2006/main">
              <a:ext uri="{FF2B5EF4-FFF2-40B4-BE49-F238E27FC236}">
                <a16:creationId xmlns:a16="http://schemas.microsoft.com/office/drawing/2014/main" id="{B837161C-F336-422C-889F-994FC0748E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6" name="Google Shape;156;p48">
            <a:extLst xmlns:a="http://schemas.openxmlformats.org/drawingml/2006/main">
              <a:ext uri="{FF2B5EF4-FFF2-40B4-BE49-F238E27FC236}">
                <a16:creationId xmlns:a16="http://schemas.microsoft.com/office/drawing/2014/main" id="{CD0B44F6-BB6A-4BDA-B92E-103C3B2904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1pPr>
            <a:lvl2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and three columns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49">
            <a:extLst xmlns:a="http://schemas.openxmlformats.org/drawingml/2006/main">
              <a:ext uri="{FF2B5EF4-FFF2-40B4-BE49-F238E27FC236}">
                <a16:creationId xmlns:a16="http://schemas.microsoft.com/office/drawing/2014/main" id="{CBCA8800-69CC-4F31-AE94-108E93F6D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7067" y="510900"/>
            <a:ext cx="10277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solidFill>
                  <a:schemeClr val="accent1"/>
                </a:solidFill>
                <a:latin typeface="Montserrat"/>
                <a:ea typeface="Montserrat"/>
                <a:cs typeface="Montserra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159" name="Google Shape;159;p49">
            <a:extLst xmlns:a="http://schemas.openxmlformats.org/drawingml/2006/main">
              <a:ext uri="{FF2B5EF4-FFF2-40B4-BE49-F238E27FC236}">
                <a16:creationId xmlns:a16="http://schemas.microsoft.com/office/drawing/2014/main" id="{340FC639-B1E4-417D-9A9D-D3F4A7E9BE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508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0" name="Google Shape;160;p49">
            <a:extLst xmlns:a="http://schemas.openxmlformats.org/drawingml/2006/main">
              <a:ext uri="{FF2B5EF4-FFF2-40B4-BE49-F238E27FC236}">
                <a16:creationId xmlns:a16="http://schemas.microsoft.com/office/drawing/2014/main" id="{D5B0E207-C839-4A7F-A905-B26CEECD891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508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1" name="Google Shape;161;p49">
            <a:extLst xmlns:a="http://schemas.openxmlformats.org/drawingml/2006/main">
              <a:ext uri="{FF2B5EF4-FFF2-40B4-BE49-F238E27FC236}">
                <a16:creationId xmlns:a16="http://schemas.microsoft.com/office/drawing/2014/main" id="{B138BA6C-4F49-49CA-AF90-7D42A6E0133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882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2" name="Google Shape;162;p49">
            <a:extLst xmlns:a="http://schemas.openxmlformats.org/drawingml/2006/main">
              <a:ext uri="{FF2B5EF4-FFF2-40B4-BE49-F238E27FC236}">
                <a16:creationId xmlns:a16="http://schemas.microsoft.com/office/drawing/2014/main" id="{4B667D06-8FD4-490A-BC14-B2FC84D5827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882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3" name="Google Shape;163;p49">
            <a:extLst xmlns:a="http://schemas.openxmlformats.org/drawingml/2006/main">
              <a:ext uri="{FF2B5EF4-FFF2-40B4-BE49-F238E27FC236}">
                <a16:creationId xmlns:a16="http://schemas.microsoft.com/office/drawing/2014/main" id="{E755F455-2B5E-46F6-BF9F-905B0AB2B80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1256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4" name="Google Shape;164;p49">
            <a:extLst xmlns:a="http://schemas.openxmlformats.org/drawingml/2006/main">
              <a:ext uri="{FF2B5EF4-FFF2-40B4-BE49-F238E27FC236}">
                <a16:creationId xmlns:a16="http://schemas.microsoft.com/office/drawing/2014/main" id="{8A654696-E780-490E-B7ED-54B9DED1154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1256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5" name="Google Shape;165;p49">
            <a:extLst xmlns:a="http://schemas.openxmlformats.org/drawingml/2006/main">
              <a:ext uri="{FF2B5EF4-FFF2-40B4-BE49-F238E27FC236}">
                <a16:creationId xmlns:a16="http://schemas.microsoft.com/office/drawing/2014/main" id="{DC5B39D0-13B8-4B5C-AA6A-202D42B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6445700"/>
            <a:ext cx="6096000" cy="41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49">
            <a:extLst xmlns:a="http://schemas.openxmlformats.org/drawingml/2006/main">
              <a:ext uri="{FF2B5EF4-FFF2-40B4-BE49-F238E27FC236}">
                <a16:creationId xmlns:a16="http://schemas.microsoft.com/office/drawing/2014/main" id="{B0E4DD2B-F98E-4033-88EF-DC31367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7" y="6445700"/>
            <a:ext cx="6096000" cy="41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7" name="Google Shape;167;p4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aa6719a306470c">
            <a:alphaModFix/>
          </a:blip>
          <a:srcRect xmlns:a="http://schemas.openxmlformats.org/drawingml/2006/main" l="35859" t="9784" r="1208" b="51743"/>
          <a:stretch xmlns:a="http://schemas.openxmlformats.org/drawingml/2006/main"/>
        </p:blipFill>
        <p:spPr>
          <a:xfrm xmlns:a="http://schemas.openxmlformats.org/drawingml/2006/main">
            <a:off x="-135817" y="6457799"/>
            <a:ext cx="1651351" cy="3882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526cd3b6d7e40b2" /><Relationship Type="http://schemas.openxmlformats.org/officeDocument/2006/relationships/theme" Target="/ppt/slideMasters/theme/theme2.xml" Id="R0ce9948ae733483f" /><Relationship Type="http://schemas.openxmlformats.org/officeDocument/2006/relationships/slideLayout" Target="/ppt/slideLayouts/slideLayout1.xml" Id="R9db68061bb30424f" /><Relationship Type="http://schemas.openxmlformats.org/officeDocument/2006/relationships/slideLayout" Target="/ppt/slideLayouts/slideLayout2.xml" Id="R68de541f362b4524" /><Relationship Type="http://schemas.openxmlformats.org/officeDocument/2006/relationships/slideLayout" Target="/ppt/slideLayouts/slideLayout3.xml" Id="R652ba29b20a04ab4" /><Relationship Type="http://schemas.openxmlformats.org/officeDocument/2006/relationships/slideLayout" Target="/ppt/slideLayouts/slideLayout4.xml" Id="R1eb80c2424bb4daa" /><Relationship Type="http://schemas.openxmlformats.org/officeDocument/2006/relationships/slideLayout" Target="/ppt/slideLayouts/slideLayout5.xml" Id="R05b996d75fef42b2" /><Relationship Type="http://schemas.openxmlformats.org/officeDocument/2006/relationships/slideLayout" Target="/ppt/slideLayouts/slideLayout6.xml" Id="Rde1bd63f1fd94dae" /><Relationship Type="http://schemas.openxmlformats.org/officeDocument/2006/relationships/slideLayout" Target="/ppt/slideLayouts/slideLayout7.xml" Id="Rfdd51ae638884ff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2514d1d7d8a4b18" /><Relationship Type="http://schemas.openxmlformats.org/officeDocument/2006/relationships/slideLayout" Target="/ppt/slideLayouts/slideLayout8.xml" Id="Rcb60994c9f324f24" /><Relationship Type="http://schemas.openxmlformats.org/officeDocument/2006/relationships/slideLayout" Target="/ppt/slideLayouts/slideLayout9.xml" Id="Rad7de89ca28e4104" /><Relationship Type="http://schemas.openxmlformats.org/officeDocument/2006/relationships/slideLayout" Target="/ppt/slideLayouts/slideLayout10.xml" Id="R19d06081d35f41e8" /><Relationship Type="http://schemas.openxmlformats.org/officeDocument/2006/relationships/slideLayout" Target="/ppt/slideLayouts/slideLayout11.xml" Id="R2755f6a4c5e34257" /><Relationship Type="http://schemas.openxmlformats.org/officeDocument/2006/relationships/slideLayout" Target="/ppt/slideLayouts/slideLayout12.xml" Id="R39bdc957782347ce" /><Relationship Type="http://schemas.openxmlformats.org/officeDocument/2006/relationships/slideLayout" Target="/ppt/slideLayouts/slideLayout13.xml" Id="R8b54b97794f74e7d" /><Relationship Type="http://schemas.openxmlformats.org/officeDocument/2006/relationships/slideLayout" Target="/ppt/slideLayouts/slideLayout14.xml" Id="R4114ab32ba9c438e" /><Relationship Type="http://schemas.openxmlformats.org/officeDocument/2006/relationships/slideLayout" Target="/ppt/slideLayouts/slideLayout15.xml" Id="R7d4788b09dfe42b1" /><Relationship Type="http://schemas.openxmlformats.org/officeDocument/2006/relationships/slideLayout" Target="/ppt/slideLayouts/slideLayout16.xml" Id="R066bdf7b25154297" /><Relationship Type="http://schemas.openxmlformats.org/officeDocument/2006/relationships/slideLayout" Target="/ppt/slideLayouts/slideLayout17.xml" Id="R0a53f287bd284729" /><Relationship Type="http://schemas.openxmlformats.org/officeDocument/2006/relationships/slideLayout" Target="/ppt/slideLayouts/slideLayout18.xml" Id="R50c23dea3851401e" /><Relationship Type="http://schemas.openxmlformats.org/officeDocument/2006/relationships/slideLayout" Target="/ppt/slideLayouts/slideLayout19.xml" Id="R6220244158fe4c12" /><Relationship Type="http://schemas.openxmlformats.org/officeDocument/2006/relationships/slideLayout" Target="/ppt/slideLayouts/slideLayout20.xml" Id="Rd6fea700efc348a3" /><Relationship Type="http://schemas.openxmlformats.org/officeDocument/2006/relationships/slideLayout" Target="/ppt/slideLayouts/slideLayout21.xml" Id="R029d4ec994ad44a3" /><Relationship Type="http://schemas.openxmlformats.org/officeDocument/2006/relationships/slideLayout" Target="/ppt/slideLayouts/slideLayout22.xml" Id="R19ddea89bbd44de3" /><Relationship Type="http://schemas.openxmlformats.org/officeDocument/2006/relationships/slideLayout" Target="/ppt/slideLayouts/slideLayout23.xml" Id="R66eb481026a848d7" /><Relationship Type="http://schemas.openxmlformats.org/officeDocument/2006/relationships/slideLayout" Target="/ppt/slideLayouts/slideLayout24.xml" Id="R4b7ad0a3de594528" /><Relationship Type="http://schemas.openxmlformats.org/officeDocument/2006/relationships/slideLayout" Target="/ppt/slideLayouts/slideLayout25.xml" Id="R7019b2295c4a468f" /><Relationship Type="http://schemas.openxmlformats.org/officeDocument/2006/relationships/slideLayout" Target="/ppt/slideLayouts/slideLayout26.xml" Id="R47945888e87c4341" /><Relationship Type="http://schemas.openxmlformats.org/officeDocument/2006/relationships/slideLayout" Target="/ppt/slideLayouts/slideLayout27.xml" Id="R9ba25b6967124a16" /><Relationship Type="http://schemas.openxmlformats.org/officeDocument/2006/relationships/slideLayout" Target="/ppt/slideLayouts/slideLayout28.xml" Id="Rafae092e3c3e445e" /><Relationship Type="http://schemas.openxmlformats.org/officeDocument/2006/relationships/slideLayout" Target="/ppt/slideLayouts/slideLayout29.xml" Id="Rf77de35e8d6a4808" /><Relationship Type="http://schemas.openxmlformats.org/officeDocument/2006/relationships/slideLayout" Target="/ppt/slideLayouts/slideLayout30.xml" Id="R539252c5876a4a1d" /><Relationship Type="http://schemas.openxmlformats.org/officeDocument/2006/relationships/slideLayout" Target="/ppt/slideLayouts/slideLayout31.xml" Id="R6eee8ecbecbc46c2" /><Relationship Type="http://schemas.openxmlformats.org/officeDocument/2006/relationships/slideLayout" Target="/ppt/slideLayouts/slideLayout32.xml" Id="R5e6741c8189d4d6b" /><Relationship Type="http://schemas.openxmlformats.org/officeDocument/2006/relationships/slideLayout" Target="/ppt/slideLayouts/slideLayout33.xml" Id="R5ef30fb5705d4bb8" /><Relationship Type="http://schemas.openxmlformats.org/officeDocument/2006/relationships/slideLayout" Target="/ppt/slideLayouts/slideLayout34.xml" Id="R98eeaabc498d4a2b" /><Relationship Type="http://schemas.openxmlformats.org/officeDocument/2006/relationships/slideLayout" Target="/ppt/slideLayouts/slideLayout35.xml" Id="R958ff73c37ce479a" /><Relationship Type="http://schemas.openxmlformats.org/officeDocument/2006/relationships/slideLayout" Target="/ppt/slideLayouts/slideLayout36.xml" Id="R606f40d579654418" /><Relationship Type="http://schemas.openxmlformats.org/officeDocument/2006/relationships/slideLayout" Target="/ppt/slideLayouts/slideLayout37.xml" Id="R43fac896a6664697" /><Relationship Type="http://schemas.openxmlformats.org/officeDocument/2006/relationships/slideLayout" Target="/ppt/slideLayouts/slideLayout38.xml" Id="R834658d3eb8f4697" /><Relationship Type="http://schemas.openxmlformats.org/officeDocument/2006/relationships/slideLayout" Target="/ppt/slideLayouts/slideLayout39.xml" Id="Rd14ea660753f43ac" /><Relationship Type="http://schemas.openxmlformats.org/officeDocument/2006/relationships/slideLayout" Target="/ppt/slideLayouts/slideLayout40.xml" Id="R4c896ef535dd4301" /><Relationship Type="http://schemas.openxmlformats.org/officeDocument/2006/relationships/slideLayout" Target="/ppt/slideLayouts/slideLayout41.xml" Id="R7df5cdd328654d28" /><Relationship Type="http://schemas.openxmlformats.org/officeDocument/2006/relationships/slideLayout" Target="/ppt/slideLayouts/slideLayout42.xml" Id="R78c1118b48324c6c" /><Relationship Type="http://schemas.openxmlformats.org/officeDocument/2006/relationships/slideLayout" Target="/ppt/slideLayouts/slideLayout43.xml" Id="R9639cfd52c374e5d" /><Relationship Type="http://schemas.openxmlformats.org/officeDocument/2006/relationships/slideLayout" Target="/ppt/slideLayouts/slideLayout44.xml" Id="Rf9449c58bf514c94" /><Relationship Type="http://schemas.openxmlformats.org/officeDocument/2006/relationships/slideLayout" Target="/ppt/slideLayouts/slideLayout45.xml" Id="R93b8159b9a0f4e77" /><Relationship Type="http://schemas.openxmlformats.org/officeDocument/2006/relationships/slideLayout" Target="/ppt/slideLayouts/slideLayout46.xml" Id="Re121d88490924032" /><Relationship Type="http://schemas.openxmlformats.org/officeDocument/2006/relationships/slideLayout" Target="/ppt/slideLayouts/slideLayout47.xml" Id="R1dda258aabf4400f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526cd3b6d7e40b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b68061bb30424f"/>
    <p:sldLayoutId xmlns:r="http://schemas.openxmlformats.org/officeDocument/2006/relationships" id="2147483650" r:id="R68de541f362b4524"/>
    <p:sldLayoutId xmlns:r="http://schemas.openxmlformats.org/officeDocument/2006/relationships" id="2147483651" r:id="R652ba29b20a04ab4"/>
    <p:sldLayoutId xmlns:r="http://schemas.openxmlformats.org/officeDocument/2006/relationships" id="2147483652" r:id="R1eb80c2424bb4daa"/>
    <p:sldLayoutId xmlns:r="http://schemas.openxmlformats.org/officeDocument/2006/relationships" id="2147483653" r:id="R05b996d75fef42b2"/>
    <p:sldLayoutId xmlns:r="http://schemas.openxmlformats.org/officeDocument/2006/relationships" id="2147483654" r:id="Rde1bd63f1fd94dae"/>
    <p:sldLayoutId xmlns:r="http://schemas.openxmlformats.org/officeDocument/2006/relationships" id="2147483655" r:id="Rfdd51ae638884f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cb60994c9f324f24"/>
    <p:sldLayoutId xmlns:r="http://schemas.openxmlformats.org/officeDocument/2006/relationships" id="2147483658" r:id="Rad7de89ca28e4104"/>
    <p:sldLayoutId xmlns:r="http://schemas.openxmlformats.org/officeDocument/2006/relationships" id="2147483659" r:id="R19d06081d35f41e8"/>
    <p:sldLayoutId xmlns:r="http://schemas.openxmlformats.org/officeDocument/2006/relationships" id="2147483660" r:id="R2755f6a4c5e34257"/>
    <p:sldLayoutId xmlns:r="http://schemas.openxmlformats.org/officeDocument/2006/relationships" id="2147483661" r:id="R39bdc957782347ce"/>
    <p:sldLayoutId xmlns:r="http://schemas.openxmlformats.org/officeDocument/2006/relationships" id="2147483662" r:id="R8b54b97794f74e7d"/>
    <p:sldLayoutId xmlns:r="http://schemas.openxmlformats.org/officeDocument/2006/relationships" id="2147483663" r:id="R4114ab32ba9c438e"/>
    <p:sldLayoutId xmlns:r="http://schemas.openxmlformats.org/officeDocument/2006/relationships" id="2147483664" r:id="R7d4788b09dfe42b1"/>
    <p:sldLayoutId xmlns:r="http://schemas.openxmlformats.org/officeDocument/2006/relationships" id="2147483665" r:id="R066bdf7b25154297"/>
    <p:sldLayoutId xmlns:r="http://schemas.openxmlformats.org/officeDocument/2006/relationships" id="2147483666" r:id="R0a53f287bd284729"/>
    <p:sldLayoutId xmlns:r="http://schemas.openxmlformats.org/officeDocument/2006/relationships" id="2147483667" r:id="R50c23dea3851401e"/>
    <p:sldLayoutId xmlns:r="http://schemas.openxmlformats.org/officeDocument/2006/relationships" id="2147483668" r:id="R6220244158fe4c12"/>
    <p:sldLayoutId xmlns:r="http://schemas.openxmlformats.org/officeDocument/2006/relationships" id="2147483669" r:id="Rd6fea700efc348a3"/>
    <p:sldLayoutId xmlns:r="http://schemas.openxmlformats.org/officeDocument/2006/relationships" id="2147483670" r:id="R029d4ec994ad44a3"/>
    <p:sldLayoutId xmlns:r="http://schemas.openxmlformats.org/officeDocument/2006/relationships" id="2147483671" r:id="R19ddea89bbd44de3"/>
    <p:sldLayoutId xmlns:r="http://schemas.openxmlformats.org/officeDocument/2006/relationships" id="2147483672" r:id="R66eb481026a848d7"/>
    <p:sldLayoutId xmlns:r="http://schemas.openxmlformats.org/officeDocument/2006/relationships" id="2147483673" r:id="R4b7ad0a3de594528"/>
    <p:sldLayoutId xmlns:r="http://schemas.openxmlformats.org/officeDocument/2006/relationships" id="2147483674" r:id="R7019b2295c4a468f"/>
    <p:sldLayoutId xmlns:r="http://schemas.openxmlformats.org/officeDocument/2006/relationships" id="2147483675" r:id="R47945888e87c4341"/>
    <p:sldLayoutId xmlns:r="http://schemas.openxmlformats.org/officeDocument/2006/relationships" id="2147483676" r:id="R9ba25b6967124a16"/>
    <p:sldLayoutId xmlns:r="http://schemas.openxmlformats.org/officeDocument/2006/relationships" id="2147483677" r:id="Rafae092e3c3e445e"/>
    <p:sldLayoutId xmlns:r="http://schemas.openxmlformats.org/officeDocument/2006/relationships" id="2147483678" r:id="Rf77de35e8d6a4808"/>
    <p:sldLayoutId xmlns:r="http://schemas.openxmlformats.org/officeDocument/2006/relationships" id="2147483679" r:id="R539252c5876a4a1d"/>
    <p:sldLayoutId xmlns:r="http://schemas.openxmlformats.org/officeDocument/2006/relationships" id="2147483680" r:id="R6eee8ecbecbc46c2"/>
    <p:sldLayoutId xmlns:r="http://schemas.openxmlformats.org/officeDocument/2006/relationships" id="2147483681" r:id="R5e6741c8189d4d6b"/>
    <p:sldLayoutId xmlns:r="http://schemas.openxmlformats.org/officeDocument/2006/relationships" id="2147483682" r:id="R5ef30fb5705d4bb8"/>
    <p:sldLayoutId xmlns:r="http://schemas.openxmlformats.org/officeDocument/2006/relationships" id="2147483683" r:id="R98eeaabc498d4a2b"/>
    <p:sldLayoutId xmlns:r="http://schemas.openxmlformats.org/officeDocument/2006/relationships" id="2147483684" r:id="R958ff73c37ce479a"/>
    <p:sldLayoutId xmlns:r="http://schemas.openxmlformats.org/officeDocument/2006/relationships" id="2147483685" r:id="R606f40d579654418"/>
    <p:sldLayoutId xmlns:r="http://schemas.openxmlformats.org/officeDocument/2006/relationships" id="2147483686" r:id="R43fac896a6664697"/>
    <p:sldLayoutId xmlns:r="http://schemas.openxmlformats.org/officeDocument/2006/relationships" id="2147483687" r:id="R834658d3eb8f4697"/>
    <p:sldLayoutId xmlns:r="http://schemas.openxmlformats.org/officeDocument/2006/relationships" id="2147483688" r:id="Rd14ea660753f43ac"/>
    <p:sldLayoutId xmlns:r="http://schemas.openxmlformats.org/officeDocument/2006/relationships" id="2147483689" r:id="R4c896ef535dd4301"/>
    <p:sldLayoutId xmlns:r="http://schemas.openxmlformats.org/officeDocument/2006/relationships" id="2147483690" r:id="R7df5cdd328654d28"/>
    <p:sldLayoutId xmlns:r="http://schemas.openxmlformats.org/officeDocument/2006/relationships" id="2147483691" r:id="R78c1118b48324c6c"/>
    <p:sldLayoutId xmlns:r="http://schemas.openxmlformats.org/officeDocument/2006/relationships" id="2147483692" r:id="R9639cfd52c374e5d"/>
    <p:sldLayoutId xmlns:r="http://schemas.openxmlformats.org/officeDocument/2006/relationships" id="2147483693" r:id="Rf9449c58bf514c94"/>
    <p:sldLayoutId xmlns:r="http://schemas.openxmlformats.org/officeDocument/2006/relationships" id="2147483694" r:id="R93b8159b9a0f4e77"/>
    <p:sldLayoutId xmlns:r="http://schemas.openxmlformats.org/officeDocument/2006/relationships" id="2147483695" r:id="Re121d88490924032"/>
    <p:sldLayoutId xmlns:r="http://schemas.openxmlformats.org/officeDocument/2006/relationships" id="2147483696" r:id="R1dda258aabf4400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Personalizados 2">
      <a:dk1>
        <a:srgbClr val="000000"/>
      </a:dk1>
      <a:lt1>
        <a:srgbClr val="FFFFFF"/>
      </a:lt1>
      <a:dk2>
        <a:srgbClr val="481D86"/>
      </a:dk2>
      <a:lt2>
        <a:srgbClr val="E7E6E6"/>
      </a:lt2>
      <a:accent1>
        <a:srgbClr val="C3167C"/>
      </a:accent1>
      <a:accent2>
        <a:srgbClr val="481D86"/>
      </a:accent2>
      <a:accent3>
        <a:srgbClr val="A5A5A5"/>
      </a:accent3>
      <a:accent4>
        <a:srgbClr val="7E7F7E"/>
      </a:accent4>
      <a:accent5>
        <a:srgbClr val="6400A1"/>
      </a:accent5>
      <a:accent6>
        <a:srgbClr val="585958"/>
      </a:accent6>
      <a:hlink>
        <a:srgbClr val="D8D9D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s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ec9a47c3b4805" /><Relationship Type="http://schemas.openxmlformats.org/officeDocument/2006/relationships/image" Target="/ppt/media/image.jpeg" Id="Rd9be605a636e46c8" /><Relationship Type="http://schemas.openxmlformats.org/officeDocument/2006/relationships/notesSlide" Target="/ppt/notesSlides/notesSlide1.xml" Id="R3aa59c218e1845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378ce16c44895" /><Relationship Type="http://schemas.openxmlformats.org/officeDocument/2006/relationships/image" Target="/ppt/media/image2.png" Id="R6581ac10042f49c1" /><Relationship Type="http://schemas.openxmlformats.org/officeDocument/2006/relationships/hyperlink" Target="https://github.com/ssillerom/clase_mlops_mlflow" TargetMode="External" Id="Rd0ea565e3b324590" /><Relationship Type="http://schemas.openxmlformats.org/officeDocument/2006/relationships/image" Target="/ppt/media/image3.png" Id="R8328309f059a4e14" /><Relationship Type="http://schemas.openxmlformats.org/officeDocument/2006/relationships/hyperlink" Target="https://www.databricks.com/try-databricks#account" TargetMode="External" Id="Rc42571decd3f487a" /><Relationship Type="http://schemas.openxmlformats.org/officeDocument/2006/relationships/notesSlide" Target="/ppt/notesSlides/notesSlide2.xml" Id="R032b59ad44f3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a0f49e80347ad" /><Relationship Type="http://schemas.openxmlformats.org/officeDocument/2006/relationships/image" Target="/ppt/media/image4.png" Id="R4fc2ff2e3a174225" /><Relationship Type="http://schemas.openxmlformats.org/officeDocument/2006/relationships/notesSlide" Target="/ppt/notesSlides/notesSlide3.xml" Id="R535ba4edd918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b19ec47ec498a" /><Relationship Type="http://schemas.openxmlformats.org/officeDocument/2006/relationships/image" Target="/ppt/media/image5.png" Id="R198e34fc26024a4f" /><Relationship Type="http://schemas.openxmlformats.org/officeDocument/2006/relationships/notesSlide" Target="/ppt/notesSlides/notesSlide4.xml" Id="R36ef8d31fdf7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66fb00a104562" /><Relationship Type="http://schemas.openxmlformats.org/officeDocument/2006/relationships/image" Target="/ppt/media/image2.png" Id="R5a4d249811db42c4" /><Relationship Type="http://schemas.openxmlformats.org/officeDocument/2006/relationships/hyperlink" Target="https://github.com/ssillerom/clase_mlops_mlflow" TargetMode="External" Id="Ra9cd6d7e4c384472" /><Relationship Type="http://schemas.openxmlformats.org/officeDocument/2006/relationships/image" Target="/ppt/media/image3.png" Id="Re27f05736475480f" /><Relationship Type="http://schemas.openxmlformats.org/officeDocument/2006/relationships/hyperlink" Target="https://www.databricks.com/try-databricks#account" TargetMode="External" Id="R57dbbaf2bda3460b" /><Relationship Type="http://schemas.openxmlformats.org/officeDocument/2006/relationships/notesSlide" Target="/ppt/notesSlides/notesSlide5.xml" Id="R4f9b3740e3f145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ef840a64247af" /><Relationship Type="http://schemas.openxmlformats.org/officeDocument/2006/relationships/image" Target="/ppt/media/image4.png" Id="R13985cd7a53840a5" /><Relationship Type="http://schemas.openxmlformats.org/officeDocument/2006/relationships/notesSlide" Target="/ppt/notesSlides/notesSlide6.xml" Id="R1f89aaffb7dd46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ffc0d93a42414f" /><Relationship Type="http://schemas.openxmlformats.org/officeDocument/2006/relationships/image" Target="/ppt/media/image2.png" Id="R8cd0d248b7ae4ea1" /><Relationship Type="http://schemas.openxmlformats.org/officeDocument/2006/relationships/hyperlink" Target="https://github.com/ssillerom/clase_mlops_mlflow" TargetMode="External" Id="R8080fe3cbe054e59" /><Relationship Type="http://schemas.openxmlformats.org/officeDocument/2006/relationships/image" Target="/ppt/media/image3.png" Id="Rbe3a7cdbc3fa40f5" /><Relationship Type="http://schemas.openxmlformats.org/officeDocument/2006/relationships/hyperlink" Target="https://www.databricks.com/try-databricks#account" TargetMode="External" Id="R4d9b63bb8d7e4125" /><Relationship Type="http://schemas.openxmlformats.org/officeDocument/2006/relationships/notesSlide" Target="/ppt/notesSlides/notesSlide7.xml" Id="R8ed3fd74ec60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988e31da84084" /><Relationship Type="http://schemas.openxmlformats.org/officeDocument/2006/relationships/image" Target="/ppt/media/image4.png" Id="R0b67d064c00d439e" /><Relationship Type="http://schemas.openxmlformats.org/officeDocument/2006/relationships/notesSlide" Target="/ppt/notesSlides/notesSlide8.xml" Id="Rbd874fa9d2d349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9a80ae3e44136" /><Relationship Type="http://schemas.openxmlformats.org/officeDocument/2006/relationships/image" Target="/ppt/media/image2.png" Id="R51d1feee1980442a" /><Relationship Type="http://schemas.openxmlformats.org/officeDocument/2006/relationships/hyperlink" Target="https://github.com/ssillerom/clase_mlops_mlflow" TargetMode="External" Id="R52861bf3c6c74aee" /><Relationship Type="http://schemas.openxmlformats.org/officeDocument/2006/relationships/image" Target="/ppt/media/image3.png" Id="Rfdd313b2583b4689" /><Relationship Type="http://schemas.openxmlformats.org/officeDocument/2006/relationships/hyperlink" Target="https://www.databricks.com/try-databricks#account" TargetMode="External" Id="R5d885aca0fb24c4b" /><Relationship Type="http://schemas.openxmlformats.org/officeDocument/2006/relationships/notesSlide" Target="/ppt/notesSlides/notesSlide9.xml" Id="R8ba3dc2b480c45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07529d4a943ff" /><Relationship Type="http://schemas.openxmlformats.org/officeDocument/2006/relationships/image" Target="/ppt/media/image2.png" Id="Rbe7e110dcb144b44" /><Relationship Type="http://schemas.openxmlformats.org/officeDocument/2006/relationships/hyperlink" Target="https://github.com/ssillerom/clase_mlops_mlflow" TargetMode="External" Id="R0424402219c04909" /><Relationship Type="http://schemas.openxmlformats.org/officeDocument/2006/relationships/image" Target="/ppt/media/image3.png" Id="Rb91d11d6f11a4dc0" /><Relationship Type="http://schemas.openxmlformats.org/officeDocument/2006/relationships/hyperlink" Target="https://www.databricks.com/try-databricks#account" TargetMode="External" Id="R2c6c957dc07f4924" /><Relationship Type="http://schemas.openxmlformats.org/officeDocument/2006/relationships/notesSlide" Target="/ppt/notesSlides/notesSlide10.xml" Id="R6535ed3cf698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ba82f6b2f4107" /><Relationship Type="http://schemas.openxmlformats.org/officeDocument/2006/relationships/image" Target="/ppt/media/image2.png" Id="Rd7b95040fd6845e0" /><Relationship Type="http://schemas.openxmlformats.org/officeDocument/2006/relationships/hyperlink" Target="https://github.com/ssillerom/clase_mlops_mlflow" TargetMode="External" Id="R66cc60fa24ad4e96" /><Relationship Type="http://schemas.openxmlformats.org/officeDocument/2006/relationships/image" Target="/ppt/media/image3.png" Id="Rb35aab27d20a4335" /><Relationship Type="http://schemas.openxmlformats.org/officeDocument/2006/relationships/hyperlink" Target="https://www.databricks.com/try-databricks#account" TargetMode="External" Id="R7182521cc42a4290" /><Relationship Type="http://schemas.openxmlformats.org/officeDocument/2006/relationships/notesSlide" Target="/ppt/notesSlides/notesSlide11.xml" Id="R713873f664a743c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9be605a636e46c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50">
            <a:extLst xmlns:a="http://schemas.openxmlformats.org/drawingml/2006/main">
              <a:ext uri="{FF2B5EF4-FFF2-40B4-BE49-F238E27FC236}">
                <a16:creationId xmlns:a16="http://schemas.microsoft.com/office/drawing/2014/main" id="{54685D87-EA54-4EB8-8ADC-9DCF9BE471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81600" y="613187"/>
            <a:ext cx="6531863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6000"/>
              <a:buFont typeface="Poppins"/>
              <a:buNone/>
            </a:pPr>
            <a:r>
              <a:rPr sz="6000" b="1">
                <a:solidFill>
                  <a:srgbClr val="53565A"/>
                </a:solidFill>
              </a:rPr>
              <a:t>Semana 3</a:t>
            </a:r>
            <a:endParaRPr sz="6000" b="1" i="0" u="none" cap="none">
              <a:solidFill>
                <a:srgbClr val="53565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6000"/>
              <a:buFont typeface="Poppins"/>
              <a:buNone/>
            </a:pPr>
            <a:r>
              <a:rPr sz="6000" b="1">
                <a:solidFill>
                  <a:srgbClr val="53565A"/>
                </a:solidFill>
              </a:rPr>
              <a:t>Clase 2</a:t>
            </a:r>
            <a:endParaRPr sz="6000" b="1" i="0" u="none" cap="none">
              <a:solidFill>
                <a:srgbClr val="5356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50">
            <a:extLst xmlns:a="http://schemas.openxmlformats.org/drawingml/2006/main">
              <a:ext uri="{FF2B5EF4-FFF2-40B4-BE49-F238E27FC236}">
                <a16:creationId xmlns:a16="http://schemas.microsoft.com/office/drawing/2014/main" id="{1DE37AAD-7C5A-472B-84EC-27E71E6D86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13250" y="4979425"/>
            <a:ext cx="6022200" cy="10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78727" lnSpcReduction="20000"/>
          </a:bodyPr>
          <a:lstStyle xmlns:a="http://schemas.openxmlformats.org/drawingml/2006/main"/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sz="2800">
                <a:solidFill>
                  <a:schemeClr val="lt1"/>
                </a:solidFill>
              </a:rPr>
              <a:t>Taller: módulo de inferencia reutilizable</a:t>
            </a:r>
            <a:endParaRPr sz="2800">
              <a:solidFill>
                <a:schemeClr val="lt1"/>
              </a:solidFill>
            </a:endParaRPr>
          </a:p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sz="2800">
                <a:solidFill>
                  <a:schemeClr val="lt1"/>
                </a:solidFill>
              </a:rPr>
              <a:t>Operación de Modelos · MUIAAp 2026/2027</a:t>
            </a:r>
            <a:endParaRPr sz="2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5419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Resultado esperado del taller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1. Módulo único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Una pieza importable que carga, prepara y predice sin depender del notebook.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3. Evidencia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1ac10042f49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d0ea565e3b324590"/>
              </a:rPr>
              <a:t>REPOSITORIO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Una interfaz predecible recibe datos y devuelve una salida definida.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2. Contrato local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ejecución local demuestra el caso válido y al menos un error controlado.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8309f059a4e1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c42571decd3f487a"/>
              </a:rPr>
              <a:t>EJECUCIÓN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ff2e3a1742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457C80E5-D515-4E4A-87DC-0468412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806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Antes de escribir código, definimos la interfaz, las responsabilidades y los artefactos que necesita la inferencia.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BF7C9EB9-6FDB-44BE-B08F-963A5B6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01.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6813EA7D-98A1-4750-9255-5BEE92D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Diseñar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5490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Google Shape;241;p54">
            <a:extLst xmlns:a="http://schemas.openxmlformats.org/drawingml/2006/main">
              <a:ext uri="{FF2B5EF4-FFF2-40B4-BE49-F238E27FC236}">
                <a16:creationId xmlns:a16="http://schemas.microsoft.com/office/drawing/2014/main" id="{2EB80D7A-9BB8-484E-AC62-094223D2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150" y="915175"/>
            <a:ext cx="72927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Módulo reutilizable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e34fc26024a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85225" y="1586951"/>
            <a:ext cx="7064550" cy="39682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61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Interfaz mínima del módulo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load_model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Carga los artefactos versionados que la inferencia necesita.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predict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d249811db42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a9cd6d7e4c384472"/>
              </a:rPr>
              <a:t>MÓDULO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Convierte una entrada válida a la representación esperada por el modelo.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preprocess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Orquesta el flujo y devuelve una respuesta con un formato estable.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f05736475480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57dbbaf2bda3460b"/>
              </a:rPr>
              <a:t>REUTILIZABLE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85cd7a53840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457C80E5-D515-4E4A-87DC-0468412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El objetivo no es una demo aislada: es una función que otro módulo pueda importar y ejecutar.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BF7C9EB9-6FDB-44BE-B08F-963A5B6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02.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6813EA7D-98A1-4750-9255-5BEE92D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Implementar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5490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Plan de trabajo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1. Define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Especifica entrada, salida, ubicación de artefactos y errores previsibles.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3. Ejecuta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0d248b7ae4ea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8080fe3cbe054e59"/>
              </a:rPr>
              <a:t>PASOS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Extrae del notebook el código necesario y elimina dependencias de estado oculto.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2. Implementa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Prueba el módulo desde un script pequeño con una entrada representativa.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a7cdbc3fa40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4d9b63bb8d7e4125"/>
              </a:rPr>
              <a:t>AUTONOMÍA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7d064c00d43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457C80E5-D515-4E4A-87DC-0468412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 módulo reutilizable demuestra que funciona tanto con entradas correctas como con errores esperados.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BF7C9EB9-6FDB-44BE-B08F-963A5B6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03.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6813EA7D-98A1-4750-9255-5BEE92D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Verificar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5490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Pruebas mínimas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Caso válido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entrada correcta produce una salida con la estructura declarada.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Tipo incorrecto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1feee1980442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52861bf3c6c74aee"/>
              </a:rPr>
              <a:t>CASOS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falta de un campo se detecta antes de llegar al modelo.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Entrada incompleta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 valor incompatible genera un mensaje claro y accionable.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313b2583b46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5d885aca0fb24c4b"/>
              </a:rPr>
              <a:t>ERRORES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Entregable de la semana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Módulo importable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Se puede cargar desde un script sin ejecutar el notebook de entrenamiento.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Evidencia local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e110dcb144b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0424402219c04909"/>
              </a:rPr>
              <a:t>LISTO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Recibe un contrato definido, preprocesa y devuelve la predicción.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Función de inferencia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Incluye el comando o prueba que verifica la ejecución y el manejo de errores.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d11d6f11a4d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2c6c957dc07f4924"/>
              </a:rPr>
              <a:t>PARA ENTREGAR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4AB9B992-8199-4873-B50F-A4AE2F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Cierre del taller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34CD3BE1-ED0B-44ED-AADE-5E83FE78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A428655F-971E-431E-AABF-EA9070AD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Entrenamiento aislado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0FA9C33C-D08E-4137-8493-8C45E7F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El experimento sigue existiendo, pero no es un requisito para predecir.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6FE42C8-0F5C-4F75-8D6F-FD88E68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6619F95D-8E99-42CB-8AE6-5F0F2CF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Siguiente paso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6939F8B6-04F8-40AE-8E31-A2B09BF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1F346B62-C2D0-4EAC-8726-A1E9E74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95040fd6845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5E7F3162-DABE-444B-9F6E-D61A859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66cc60fa24ad4e96"/>
              </a:rPr>
              <a:t>SEMANA 4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A0C90CD5-9D40-4F62-8BA6-4A108C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51D59530-16FF-43A9-9D0D-6CEB731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El módulo concentra contrato, preprocesado y llamada al modelo.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A0D8E20-DC01-4B97-8454-3F21211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Inferencia explícita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5DED3681-33D2-4395-B54B-0083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semana 4 empaqueta artefactos y añade validación más sistemática.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aab27d20a43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7E276E70-340C-4AE4-AC89-168E71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7182521cc42a4290"/>
              </a:rPr>
              <a:t>MODELO EJECUTABLE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37652"/>
      </p:ext>
    </p:extLst>
  </p:cSld>
</p:sld>
</file>

<file path=ppt/theme/theme1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2026-08-06T14:24:44.6310000Z</dcterms:created>
  <dcterms:modified xsi:type="dcterms:W3CDTF">2026-08-06T14:24:44.6310000Z</dcterms:modified>
</coreProperties>
</file>